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74" d="100"/>
          <a:sy n="74" d="100"/>
        </p:scale>
        <p:origin x="486" y="66"/>
      </p:cViewPr>
      <p:guideLst>
        <p:guide orient="horz" pos="220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presProps" Target="presProps.xml" /><Relationship Id="rId30" Type="http://schemas.openxmlformats.org/officeDocument/2006/relationships/tableStyles" Target="tableStyle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7919D8-CCE3-4FC6-B5F4-A469CFB844FC}" type="doc">
      <dgm:prSet loTypeId="urn:microsoft.com/office/officeart/2011/layout/InterconnectedBlockProcess" loCatId="process" qsTypeId="urn:microsoft.com/office/officeart/2005/8/quickstyle/simple1" qsCatId="simple" csTypeId="urn:microsoft.com/office/officeart/2005/8/colors/accent1_2" csCatId="accent1" phldr="1"/>
      <dgm:spPr/>
      <dgm:t>
        <a:bodyPr/>
        <a:lstStyle/>
        <a:p>
          <a:endParaRPr lang="en-US"/>
        </a:p>
      </dgm:t>
    </dgm:pt>
    <dgm:pt modelId="{C1BB2C30-1DBC-41BB-9FA6-40F04FC3565A}">
      <dgm:prSet phldrT="[Text]"/>
      <dgm:spPr/>
      <dgm:t>
        <a:bodyPr/>
        <a:lstStyle/>
        <a:p>
          <a:r>
            <a:rPr lang="en-US" dirty="0"/>
            <a:t>Kota </a:t>
          </a:r>
          <a:r>
            <a:rPr lang="en-US" dirty="0" err="1"/>
            <a:t>Cimahi</a:t>
          </a:r>
          <a:endParaRPr lang="en-US" dirty="0"/>
        </a:p>
      </dgm:t>
    </dgm:pt>
    <dgm:pt modelId="{15E29FD7-EF2A-4F78-942C-98159631B1ED}" type="parTrans" cxnId="{F52A857B-0F2E-45E9-AC34-A651B72C1C9A}">
      <dgm:prSet/>
      <dgm:spPr/>
      <dgm:t>
        <a:bodyPr/>
        <a:lstStyle/>
        <a:p>
          <a:endParaRPr lang="en-US"/>
        </a:p>
      </dgm:t>
    </dgm:pt>
    <dgm:pt modelId="{21D4611E-67BF-4108-B4E8-E58FD3F93D9B}" type="sibTrans" cxnId="{F52A857B-0F2E-45E9-AC34-A651B72C1C9A}">
      <dgm:prSet/>
      <dgm:spPr/>
      <dgm:t>
        <a:bodyPr/>
        <a:lstStyle/>
        <a:p>
          <a:endParaRPr lang="en-US"/>
        </a:p>
      </dgm:t>
    </dgm:pt>
    <dgm:pt modelId="{EA4C0502-F65C-4EAC-B2F9-BC234DB441B2}">
      <dgm:prSet phldrT="[Text]"/>
      <dgm:spPr/>
      <dgm:t>
        <a:bodyPr/>
        <a:lstStyle/>
        <a:p>
          <a:r>
            <a:rPr lang="id-ID" dirty="0"/>
            <a:t>Tingginya angka penduduk yang bergerak menuju kawasan metropolitan untuk bekerja, bersekolah, dan melakukan aktivitas sehari-hari, memunculkan tantangan dalam sistem transportasi umum.</a:t>
          </a:r>
          <a:r>
            <a:rPr lang="en-US" dirty="0"/>
            <a:t> </a:t>
          </a:r>
          <a:r>
            <a:rPr lang="id-ID" dirty="0"/>
            <a:t>Moda transportasi umum seperti Trans Metro Bandung, Trans Metro Pasundan, dan Light Rail Transit (LRT) telah dihadirkan sebagai upaya untuk menyediakan layanan transportasi yang efisien, terjangkau, dan aman bagi masyarakat </a:t>
          </a:r>
          <a:endParaRPr lang="en-US" dirty="0"/>
        </a:p>
      </dgm:t>
    </dgm:pt>
    <dgm:pt modelId="{58ABB1E9-D2AC-4335-B47A-20B847A1F6C3}" type="parTrans" cxnId="{1B986F65-D33B-45E5-B0C0-2C94F7424DDB}">
      <dgm:prSet/>
      <dgm:spPr/>
      <dgm:t>
        <a:bodyPr/>
        <a:lstStyle/>
        <a:p>
          <a:endParaRPr lang="en-US"/>
        </a:p>
      </dgm:t>
    </dgm:pt>
    <dgm:pt modelId="{FF8FC6AE-DACB-48A7-ABB1-2F5E6750D268}" type="sibTrans" cxnId="{1B986F65-D33B-45E5-B0C0-2C94F7424DDB}">
      <dgm:prSet/>
      <dgm:spPr/>
      <dgm:t>
        <a:bodyPr/>
        <a:lstStyle/>
        <a:p>
          <a:endParaRPr lang="en-US"/>
        </a:p>
      </dgm:t>
    </dgm:pt>
    <dgm:pt modelId="{A0F665A0-B67A-4145-823F-CF174FA4419F}">
      <dgm:prSet phldrT="[Text]"/>
      <dgm:spPr/>
      <dgm:t>
        <a:bodyPr/>
        <a:lstStyle/>
        <a:p>
          <a:r>
            <a:rPr lang="en-US" dirty="0" err="1"/>
            <a:t>Permasalahan</a:t>
          </a:r>
          <a:endParaRPr lang="en-US" dirty="0"/>
        </a:p>
      </dgm:t>
    </dgm:pt>
    <dgm:pt modelId="{4CE45947-C990-4C4E-BE30-574BCEDD7341}" type="parTrans" cxnId="{33F65848-F3B3-4A74-9988-6B2A9A38CCB3}">
      <dgm:prSet/>
      <dgm:spPr/>
      <dgm:t>
        <a:bodyPr/>
        <a:lstStyle/>
        <a:p>
          <a:endParaRPr lang="en-US"/>
        </a:p>
      </dgm:t>
    </dgm:pt>
    <dgm:pt modelId="{16B82C75-5C1D-4E22-8F2C-F0F218178F54}" type="sibTrans" cxnId="{33F65848-F3B3-4A74-9988-6B2A9A38CCB3}">
      <dgm:prSet/>
      <dgm:spPr/>
      <dgm:t>
        <a:bodyPr/>
        <a:lstStyle/>
        <a:p>
          <a:endParaRPr lang="en-US"/>
        </a:p>
      </dgm:t>
    </dgm:pt>
    <dgm:pt modelId="{FDFA3720-503B-4BDE-A8F1-13E699985E1F}">
      <dgm:prSet phldrT="[Text]"/>
      <dgm:spPr/>
      <dgm:t>
        <a:bodyPr/>
        <a:lstStyle/>
        <a:p>
          <a:r>
            <a:rPr lang="id-ID" dirty="0"/>
            <a:t>Kemacetan, keterbatasan aksesibilitas, waktu tempuh yang lama, dan kenyamanan yang belum memadai menjadi beberapa faktor yang memengaruhi keputusan masyarakat dalam memilih moda transportasi</a:t>
          </a:r>
          <a:r>
            <a:rPr lang="en-US" dirty="0"/>
            <a:t>. </a:t>
          </a:r>
          <a:r>
            <a:rPr lang="id-ID" dirty="0"/>
            <a:t>Fenomena ini diperparah dengan adanya peningkatan penggunaan kendaraan pribadi, yang tidak hanya memperburuk kemacetan tetapi juga menambah tingkat polusi udara di Cimahi.</a:t>
          </a:r>
          <a:endParaRPr lang="en-US" dirty="0"/>
        </a:p>
      </dgm:t>
    </dgm:pt>
    <dgm:pt modelId="{FF859A97-4CA3-48AA-8D95-B5B158B6F6AE}" type="parTrans" cxnId="{AACFA390-023D-44BB-99BE-53216B97C150}">
      <dgm:prSet/>
      <dgm:spPr/>
      <dgm:t>
        <a:bodyPr/>
        <a:lstStyle/>
        <a:p>
          <a:endParaRPr lang="en-US"/>
        </a:p>
      </dgm:t>
    </dgm:pt>
    <dgm:pt modelId="{E87FF31D-4BB8-4DCC-A52D-2AE22CAE7CED}" type="sibTrans" cxnId="{AACFA390-023D-44BB-99BE-53216B97C150}">
      <dgm:prSet/>
      <dgm:spPr/>
      <dgm:t>
        <a:bodyPr/>
        <a:lstStyle/>
        <a:p>
          <a:endParaRPr lang="en-US"/>
        </a:p>
      </dgm:t>
    </dgm:pt>
    <dgm:pt modelId="{2071AE44-D8A1-404A-8B35-8DE147B0490B}">
      <dgm:prSet phldrT="[Text]"/>
      <dgm:spPr/>
      <dgm:t>
        <a:bodyPr/>
        <a:lstStyle/>
        <a:p>
          <a:r>
            <a:rPr lang="en-US" dirty="0" err="1"/>
            <a:t>Fenomena</a:t>
          </a:r>
          <a:endParaRPr lang="en-US" dirty="0"/>
        </a:p>
      </dgm:t>
    </dgm:pt>
    <dgm:pt modelId="{4E4F2DA1-239D-4AB3-9D75-DD714F433C30}" type="parTrans" cxnId="{40F8A978-BD1A-46C8-9042-31D0B3BFD8DE}">
      <dgm:prSet/>
      <dgm:spPr/>
      <dgm:t>
        <a:bodyPr/>
        <a:lstStyle/>
        <a:p>
          <a:endParaRPr lang="en-US"/>
        </a:p>
      </dgm:t>
    </dgm:pt>
    <dgm:pt modelId="{B839E525-4D94-47ED-9453-8C888401B861}" type="sibTrans" cxnId="{40F8A978-BD1A-46C8-9042-31D0B3BFD8DE}">
      <dgm:prSet/>
      <dgm:spPr/>
      <dgm:t>
        <a:bodyPr/>
        <a:lstStyle/>
        <a:p>
          <a:endParaRPr lang="en-US"/>
        </a:p>
      </dgm:t>
    </dgm:pt>
    <dgm:pt modelId="{C9216603-210D-43C1-8661-7F9B71087829}">
      <dgm:prSet phldrT="[Text]"/>
      <dgm:spPr/>
      <dgm:t>
        <a:bodyPr/>
        <a:lstStyle/>
        <a:p>
          <a:r>
            <a:rPr lang="id-ID" b="1" dirty="0"/>
            <a:t>Kemacetan yang Tinggi</a:t>
          </a:r>
          <a:endParaRPr lang="en-US" dirty="0"/>
        </a:p>
      </dgm:t>
    </dgm:pt>
    <dgm:pt modelId="{F69A248D-F6E9-4B3F-9515-2BBBBC9C6FC7}" type="parTrans" cxnId="{4B0713ED-4EF6-48E4-ADF9-2BDC3E4AE744}">
      <dgm:prSet/>
      <dgm:spPr/>
      <dgm:t>
        <a:bodyPr/>
        <a:lstStyle/>
        <a:p>
          <a:endParaRPr lang="en-US"/>
        </a:p>
      </dgm:t>
    </dgm:pt>
    <dgm:pt modelId="{6FB44AFF-E02E-4A73-8AAC-DFF40C580AA4}" type="sibTrans" cxnId="{4B0713ED-4EF6-48E4-ADF9-2BDC3E4AE744}">
      <dgm:prSet/>
      <dgm:spPr/>
      <dgm:t>
        <a:bodyPr/>
        <a:lstStyle/>
        <a:p>
          <a:endParaRPr lang="en-US"/>
        </a:p>
      </dgm:t>
    </dgm:pt>
    <dgm:pt modelId="{5A9C03E5-DE03-4D98-9B3B-C9C322A01493}">
      <dgm:prSet phldrT="[Text]"/>
      <dgm:spPr/>
      <dgm:t>
        <a:bodyPr/>
        <a:lstStyle/>
        <a:p>
          <a:r>
            <a:rPr lang="id-ID" b="1" dirty="0"/>
            <a:t>Aksesibilitas yang Kurang</a:t>
          </a:r>
          <a:r>
            <a:rPr lang="id-ID" dirty="0"/>
            <a:t>: </a:t>
          </a:r>
          <a:endParaRPr lang="en-US" dirty="0"/>
        </a:p>
        <a:p>
          <a:r>
            <a:rPr lang="id-ID" b="1" dirty="0"/>
            <a:t>Kualitas Layanan Transportasi</a:t>
          </a:r>
          <a:endParaRPr lang="en-US" dirty="0"/>
        </a:p>
      </dgm:t>
    </dgm:pt>
    <dgm:pt modelId="{14888078-E0B1-43FA-AE92-A2232D75FF09}" type="parTrans" cxnId="{16D6311C-9441-489B-856B-DF6A312DAA4D}">
      <dgm:prSet/>
      <dgm:spPr/>
      <dgm:t>
        <a:bodyPr/>
        <a:lstStyle/>
        <a:p>
          <a:endParaRPr lang="en-US"/>
        </a:p>
      </dgm:t>
    </dgm:pt>
    <dgm:pt modelId="{6CF87532-C0E3-4FDE-9EF5-44A83BBF39DC}" type="sibTrans" cxnId="{16D6311C-9441-489B-856B-DF6A312DAA4D}">
      <dgm:prSet/>
      <dgm:spPr/>
      <dgm:t>
        <a:bodyPr/>
        <a:lstStyle/>
        <a:p>
          <a:endParaRPr lang="en-US"/>
        </a:p>
      </dgm:t>
    </dgm:pt>
    <dgm:pt modelId="{8270BA0F-9DFE-48BD-8087-8BD530BBA3F0}">
      <dgm:prSet/>
      <dgm:spPr/>
      <dgm:t>
        <a:bodyPr/>
        <a:lstStyle/>
        <a:p>
          <a:r>
            <a:rPr lang="en-US" dirty="0" err="1"/>
            <a:t>Tujuan</a:t>
          </a:r>
          <a:endParaRPr lang="en-US" dirty="0"/>
        </a:p>
      </dgm:t>
    </dgm:pt>
    <dgm:pt modelId="{D8428262-810C-4B4C-A26E-21D40EBBF444}" type="parTrans" cxnId="{86BCDE61-12A6-4C03-9B90-7B26DE6D5E0D}">
      <dgm:prSet/>
      <dgm:spPr/>
      <dgm:t>
        <a:bodyPr/>
        <a:lstStyle/>
        <a:p>
          <a:endParaRPr lang="en-US"/>
        </a:p>
      </dgm:t>
    </dgm:pt>
    <dgm:pt modelId="{DDC2132D-7A09-478D-B038-D71B602A94F7}" type="sibTrans" cxnId="{86BCDE61-12A6-4C03-9B90-7B26DE6D5E0D}">
      <dgm:prSet/>
      <dgm:spPr/>
      <dgm:t>
        <a:bodyPr/>
        <a:lstStyle/>
        <a:p>
          <a:endParaRPr lang="en-US"/>
        </a:p>
      </dgm:t>
    </dgm:pt>
    <dgm:pt modelId="{E09DC26D-7041-4DCD-BCBA-56F6DC27F8EA}">
      <dgm:prSet/>
      <dgm:spPr/>
      <dgm:t>
        <a:bodyPr/>
        <a:lstStyle/>
        <a:p>
          <a:r>
            <a:rPr lang="id-ID" dirty="0"/>
            <a:t>Penelitian ini bertujuan untuk menganalisis faktor-faktor yang memengaruhi pemilihan moda transportasi oleh pengguna di wilayah Cimahi, menggunakan pendekatan berbasis data yang sistematis. Pemilihan moda transportasi yang efektif dan efisien dapat berdampak positif pada peningkatan kualitas transportasi umum, mengurangi kemacetan, dan meningkatkan kenyamanan pengguna secara keseluruhan</a:t>
          </a:r>
          <a:endParaRPr lang="en-US" dirty="0"/>
        </a:p>
      </dgm:t>
    </dgm:pt>
    <dgm:pt modelId="{70AFC4B0-4DBC-485C-9BFE-F68FB73E7205}" type="parTrans" cxnId="{ADA1F7A0-2842-46E3-AB7A-7961C1714384}">
      <dgm:prSet/>
      <dgm:spPr/>
      <dgm:t>
        <a:bodyPr/>
        <a:lstStyle/>
        <a:p>
          <a:endParaRPr lang="en-US"/>
        </a:p>
      </dgm:t>
    </dgm:pt>
    <dgm:pt modelId="{93A328F0-20D2-4253-9488-E348EC449E6E}" type="sibTrans" cxnId="{ADA1F7A0-2842-46E3-AB7A-7961C1714384}">
      <dgm:prSet/>
      <dgm:spPr/>
      <dgm:t>
        <a:bodyPr/>
        <a:lstStyle/>
        <a:p>
          <a:endParaRPr lang="en-US"/>
        </a:p>
      </dgm:t>
    </dgm:pt>
    <dgm:pt modelId="{E4C38CB1-A0F6-4997-A6A9-2C3DB03DF9A9}" type="pres">
      <dgm:prSet presAssocID="{057919D8-CCE3-4FC6-B5F4-A469CFB844FC}" presName="Name0" presStyleCnt="0">
        <dgm:presLayoutVars>
          <dgm:chMax val="7"/>
          <dgm:chPref val="5"/>
          <dgm:dir/>
          <dgm:animOne val="branch"/>
          <dgm:animLvl val="lvl"/>
        </dgm:presLayoutVars>
      </dgm:prSet>
      <dgm:spPr/>
    </dgm:pt>
    <dgm:pt modelId="{53480018-5EBF-4D7F-877D-1F02E2A7FBA5}" type="pres">
      <dgm:prSet presAssocID="{8270BA0F-9DFE-48BD-8087-8BD530BBA3F0}" presName="ChildAccent4" presStyleCnt="0"/>
      <dgm:spPr/>
    </dgm:pt>
    <dgm:pt modelId="{C2EE7DFD-5F94-47EE-9E91-7FC2266CEE0C}" type="pres">
      <dgm:prSet presAssocID="{8270BA0F-9DFE-48BD-8087-8BD530BBA3F0}" presName="ChildAccent" presStyleLbl="alignImgPlace1" presStyleIdx="0" presStyleCnt="4"/>
      <dgm:spPr/>
    </dgm:pt>
    <dgm:pt modelId="{E559BE8D-21F6-4DF1-BFCD-0BBD927A783E}" type="pres">
      <dgm:prSet presAssocID="{8270BA0F-9DFE-48BD-8087-8BD530BBA3F0}" presName="Child4" presStyleLbl="revTx" presStyleIdx="0" presStyleCnt="0">
        <dgm:presLayoutVars>
          <dgm:chMax val="0"/>
          <dgm:chPref val="0"/>
          <dgm:bulletEnabled val="1"/>
        </dgm:presLayoutVars>
      </dgm:prSet>
      <dgm:spPr/>
    </dgm:pt>
    <dgm:pt modelId="{8F819BBE-5151-48F2-9DCA-C6BB5573FEB9}" type="pres">
      <dgm:prSet presAssocID="{8270BA0F-9DFE-48BD-8087-8BD530BBA3F0}" presName="Parent4" presStyleLbl="node1" presStyleIdx="0" presStyleCnt="4">
        <dgm:presLayoutVars>
          <dgm:chMax val="2"/>
          <dgm:chPref val="1"/>
          <dgm:bulletEnabled val="1"/>
        </dgm:presLayoutVars>
      </dgm:prSet>
      <dgm:spPr/>
    </dgm:pt>
    <dgm:pt modelId="{86F55E60-5B1C-4238-9D56-D0C849238525}" type="pres">
      <dgm:prSet presAssocID="{2071AE44-D8A1-404A-8B35-8DE147B0490B}" presName="ChildAccent3" presStyleCnt="0"/>
      <dgm:spPr/>
    </dgm:pt>
    <dgm:pt modelId="{A85FC4F3-668F-46C1-B2B2-60F3131D3D8C}" type="pres">
      <dgm:prSet presAssocID="{2071AE44-D8A1-404A-8B35-8DE147B0490B}" presName="ChildAccent" presStyleLbl="alignImgPlace1" presStyleIdx="1" presStyleCnt="4"/>
      <dgm:spPr/>
    </dgm:pt>
    <dgm:pt modelId="{82DC456E-3444-40B0-9874-19F674D52051}" type="pres">
      <dgm:prSet presAssocID="{2071AE44-D8A1-404A-8B35-8DE147B0490B}" presName="Child3" presStyleLbl="revTx" presStyleIdx="0" presStyleCnt="0">
        <dgm:presLayoutVars>
          <dgm:chMax val="0"/>
          <dgm:chPref val="0"/>
          <dgm:bulletEnabled val="1"/>
        </dgm:presLayoutVars>
      </dgm:prSet>
      <dgm:spPr/>
    </dgm:pt>
    <dgm:pt modelId="{2E8B3846-D6B7-4F07-AFFB-93B3B7DC6A00}" type="pres">
      <dgm:prSet presAssocID="{2071AE44-D8A1-404A-8B35-8DE147B0490B}" presName="Parent3" presStyleLbl="node1" presStyleIdx="1" presStyleCnt="4">
        <dgm:presLayoutVars>
          <dgm:chMax val="2"/>
          <dgm:chPref val="1"/>
          <dgm:bulletEnabled val="1"/>
        </dgm:presLayoutVars>
      </dgm:prSet>
      <dgm:spPr/>
    </dgm:pt>
    <dgm:pt modelId="{1F8E5A65-4C62-4EF9-9104-ABB0516FD2B0}" type="pres">
      <dgm:prSet presAssocID="{A0F665A0-B67A-4145-823F-CF174FA4419F}" presName="ChildAccent2" presStyleCnt="0"/>
      <dgm:spPr/>
    </dgm:pt>
    <dgm:pt modelId="{79F8210D-4DD0-4A92-9912-BEF3DC3BB871}" type="pres">
      <dgm:prSet presAssocID="{A0F665A0-B67A-4145-823F-CF174FA4419F}" presName="ChildAccent" presStyleLbl="alignImgPlace1" presStyleIdx="2" presStyleCnt="4"/>
      <dgm:spPr/>
    </dgm:pt>
    <dgm:pt modelId="{540EC75B-6D2A-4F70-AD09-B60C2591910E}" type="pres">
      <dgm:prSet presAssocID="{A0F665A0-B67A-4145-823F-CF174FA4419F}" presName="Child2" presStyleLbl="revTx" presStyleIdx="0" presStyleCnt="0">
        <dgm:presLayoutVars>
          <dgm:chMax val="0"/>
          <dgm:chPref val="0"/>
          <dgm:bulletEnabled val="1"/>
        </dgm:presLayoutVars>
      </dgm:prSet>
      <dgm:spPr/>
    </dgm:pt>
    <dgm:pt modelId="{5C16C92B-93C5-49A3-AAA0-A56DE9637FC1}" type="pres">
      <dgm:prSet presAssocID="{A0F665A0-B67A-4145-823F-CF174FA4419F}" presName="Parent2" presStyleLbl="node1" presStyleIdx="2" presStyleCnt="4">
        <dgm:presLayoutVars>
          <dgm:chMax val="2"/>
          <dgm:chPref val="1"/>
          <dgm:bulletEnabled val="1"/>
        </dgm:presLayoutVars>
      </dgm:prSet>
      <dgm:spPr/>
    </dgm:pt>
    <dgm:pt modelId="{0B9D82F7-A6CD-4231-BB10-0307EF522803}" type="pres">
      <dgm:prSet presAssocID="{C1BB2C30-1DBC-41BB-9FA6-40F04FC3565A}" presName="ChildAccent1" presStyleCnt="0"/>
      <dgm:spPr/>
    </dgm:pt>
    <dgm:pt modelId="{DA619087-985D-44BC-956F-F319EBD3D03C}" type="pres">
      <dgm:prSet presAssocID="{C1BB2C30-1DBC-41BB-9FA6-40F04FC3565A}" presName="ChildAccent" presStyleLbl="alignImgPlace1" presStyleIdx="3" presStyleCnt="4"/>
      <dgm:spPr/>
    </dgm:pt>
    <dgm:pt modelId="{E503A956-9176-42DE-BDA5-1640DE2CC147}" type="pres">
      <dgm:prSet presAssocID="{C1BB2C30-1DBC-41BB-9FA6-40F04FC3565A}" presName="Child1" presStyleLbl="revTx" presStyleIdx="0" presStyleCnt="0">
        <dgm:presLayoutVars>
          <dgm:chMax val="0"/>
          <dgm:chPref val="0"/>
          <dgm:bulletEnabled val="1"/>
        </dgm:presLayoutVars>
      </dgm:prSet>
      <dgm:spPr/>
    </dgm:pt>
    <dgm:pt modelId="{47BB901B-2ECA-4B22-A1BA-ED764D6DA876}" type="pres">
      <dgm:prSet presAssocID="{C1BB2C30-1DBC-41BB-9FA6-40F04FC3565A}" presName="Parent1" presStyleLbl="node1" presStyleIdx="3" presStyleCnt="4">
        <dgm:presLayoutVars>
          <dgm:chMax val="2"/>
          <dgm:chPref val="1"/>
          <dgm:bulletEnabled val="1"/>
        </dgm:presLayoutVars>
      </dgm:prSet>
      <dgm:spPr/>
    </dgm:pt>
  </dgm:ptLst>
  <dgm:cxnLst>
    <dgm:cxn modelId="{3BC75F13-8415-4AF0-BF61-04372B59B95A}" type="presOf" srcId="{2071AE44-D8A1-404A-8B35-8DE147B0490B}" destId="{2E8B3846-D6B7-4F07-AFFB-93B3B7DC6A00}" srcOrd="0" destOrd="0" presId="urn:microsoft.com/office/officeart/2011/layout/InterconnectedBlockProcess"/>
    <dgm:cxn modelId="{2B767415-0D4B-489A-8E6D-4F5AD75F0C81}" type="presOf" srcId="{C1BB2C30-1DBC-41BB-9FA6-40F04FC3565A}" destId="{47BB901B-2ECA-4B22-A1BA-ED764D6DA876}" srcOrd="0" destOrd="0" presId="urn:microsoft.com/office/officeart/2011/layout/InterconnectedBlockProcess"/>
    <dgm:cxn modelId="{411DE915-ECCF-41AF-88D6-8CED586031F5}" type="presOf" srcId="{C9216603-210D-43C1-8661-7F9B71087829}" destId="{A85FC4F3-668F-46C1-B2B2-60F3131D3D8C}" srcOrd="0" destOrd="0" presId="urn:microsoft.com/office/officeart/2011/layout/InterconnectedBlockProcess"/>
    <dgm:cxn modelId="{16D6311C-9441-489B-856B-DF6A312DAA4D}" srcId="{2071AE44-D8A1-404A-8B35-8DE147B0490B}" destId="{5A9C03E5-DE03-4D98-9B3B-C9C322A01493}" srcOrd="1" destOrd="0" parTransId="{14888078-E0B1-43FA-AE92-A2232D75FF09}" sibTransId="{6CF87532-C0E3-4FDE-9EF5-44A83BBF39DC}"/>
    <dgm:cxn modelId="{8D82491D-CD5C-4B89-B415-034C9A4D584E}" type="presOf" srcId="{E09DC26D-7041-4DCD-BCBA-56F6DC27F8EA}" destId="{C2EE7DFD-5F94-47EE-9E91-7FC2266CEE0C}" srcOrd="0" destOrd="0" presId="urn:microsoft.com/office/officeart/2011/layout/InterconnectedBlockProcess"/>
    <dgm:cxn modelId="{5B79013F-1C52-450F-80AC-1E6DC94F9E03}" type="presOf" srcId="{8270BA0F-9DFE-48BD-8087-8BD530BBA3F0}" destId="{8F819BBE-5151-48F2-9DCA-C6BB5573FEB9}" srcOrd="0" destOrd="0" presId="urn:microsoft.com/office/officeart/2011/layout/InterconnectedBlockProcess"/>
    <dgm:cxn modelId="{CBBB095B-939B-4B86-8E7E-4235598D289A}" type="presOf" srcId="{FDFA3720-503B-4BDE-A8F1-13E699985E1F}" destId="{540EC75B-6D2A-4F70-AD09-B60C2591910E}" srcOrd="1" destOrd="0" presId="urn:microsoft.com/office/officeart/2011/layout/InterconnectedBlockProcess"/>
    <dgm:cxn modelId="{86BCDE61-12A6-4C03-9B90-7B26DE6D5E0D}" srcId="{057919D8-CCE3-4FC6-B5F4-A469CFB844FC}" destId="{8270BA0F-9DFE-48BD-8087-8BD530BBA3F0}" srcOrd="3" destOrd="0" parTransId="{D8428262-810C-4B4C-A26E-21D40EBBF444}" sibTransId="{DDC2132D-7A09-478D-B038-D71B602A94F7}"/>
    <dgm:cxn modelId="{1B986F65-D33B-45E5-B0C0-2C94F7424DDB}" srcId="{C1BB2C30-1DBC-41BB-9FA6-40F04FC3565A}" destId="{EA4C0502-F65C-4EAC-B2F9-BC234DB441B2}" srcOrd="0" destOrd="0" parTransId="{58ABB1E9-D2AC-4335-B47A-20B847A1F6C3}" sibTransId="{FF8FC6AE-DACB-48A7-ABB1-2F5E6750D268}"/>
    <dgm:cxn modelId="{33F65848-F3B3-4A74-9988-6B2A9A38CCB3}" srcId="{057919D8-CCE3-4FC6-B5F4-A469CFB844FC}" destId="{A0F665A0-B67A-4145-823F-CF174FA4419F}" srcOrd="1" destOrd="0" parTransId="{4CE45947-C990-4C4E-BE30-574BCEDD7341}" sibTransId="{16B82C75-5C1D-4E22-8F2C-F0F218178F54}"/>
    <dgm:cxn modelId="{9782036B-87B7-4430-AAB7-0918F166B414}" type="presOf" srcId="{5A9C03E5-DE03-4D98-9B3B-C9C322A01493}" destId="{82DC456E-3444-40B0-9874-19F674D52051}" srcOrd="1" destOrd="1" presId="urn:microsoft.com/office/officeart/2011/layout/InterconnectedBlockProcess"/>
    <dgm:cxn modelId="{F0881C78-695C-4F27-91A3-B4706D29FBF4}" type="presOf" srcId="{057919D8-CCE3-4FC6-B5F4-A469CFB844FC}" destId="{E4C38CB1-A0F6-4997-A6A9-2C3DB03DF9A9}" srcOrd="0" destOrd="0" presId="urn:microsoft.com/office/officeart/2011/layout/InterconnectedBlockProcess"/>
    <dgm:cxn modelId="{40F8A978-BD1A-46C8-9042-31D0B3BFD8DE}" srcId="{057919D8-CCE3-4FC6-B5F4-A469CFB844FC}" destId="{2071AE44-D8A1-404A-8B35-8DE147B0490B}" srcOrd="2" destOrd="0" parTransId="{4E4F2DA1-239D-4AB3-9D75-DD714F433C30}" sibTransId="{B839E525-4D94-47ED-9453-8C888401B861}"/>
    <dgm:cxn modelId="{F52A857B-0F2E-45E9-AC34-A651B72C1C9A}" srcId="{057919D8-CCE3-4FC6-B5F4-A469CFB844FC}" destId="{C1BB2C30-1DBC-41BB-9FA6-40F04FC3565A}" srcOrd="0" destOrd="0" parTransId="{15E29FD7-EF2A-4F78-942C-98159631B1ED}" sibTransId="{21D4611E-67BF-4108-B4E8-E58FD3F93D9B}"/>
    <dgm:cxn modelId="{AACFA390-023D-44BB-99BE-53216B97C150}" srcId="{A0F665A0-B67A-4145-823F-CF174FA4419F}" destId="{FDFA3720-503B-4BDE-A8F1-13E699985E1F}" srcOrd="0" destOrd="0" parTransId="{FF859A97-4CA3-48AA-8D95-B5B158B6F6AE}" sibTransId="{E87FF31D-4BB8-4DCC-A52D-2AE22CAE7CED}"/>
    <dgm:cxn modelId="{ADA1F7A0-2842-46E3-AB7A-7961C1714384}" srcId="{8270BA0F-9DFE-48BD-8087-8BD530BBA3F0}" destId="{E09DC26D-7041-4DCD-BCBA-56F6DC27F8EA}" srcOrd="0" destOrd="0" parTransId="{70AFC4B0-4DBC-485C-9BFE-F68FB73E7205}" sibTransId="{93A328F0-20D2-4253-9488-E348EC449E6E}"/>
    <dgm:cxn modelId="{E1E5C2B8-A9EC-491F-8136-81449E978842}" type="presOf" srcId="{5A9C03E5-DE03-4D98-9B3B-C9C322A01493}" destId="{A85FC4F3-668F-46C1-B2B2-60F3131D3D8C}" srcOrd="0" destOrd="1" presId="urn:microsoft.com/office/officeart/2011/layout/InterconnectedBlockProcess"/>
    <dgm:cxn modelId="{972022C4-341E-452A-AC7F-9EC08A539B1B}" type="presOf" srcId="{EA4C0502-F65C-4EAC-B2F9-BC234DB441B2}" destId="{E503A956-9176-42DE-BDA5-1640DE2CC147}" srcOrd="1" destOrd="0" presId="urn:microsoft.com/office/officeart/2011/layout/InterconnectedBlockProcess"/>
    <dgm:cxn modelId="{D80081CF-1791-4F6F-8FCD-4320A9F60181}" type="presOf" srcId="{E09DC26D-7041-4DCD-BCBA-56F6DC27F8EA}" destId="{E559BE8D-21F6-4DF1-BFCD-0BBD927A783E}" srcOrd="1" destOrd="0" presId="urn:microsoft.com/office/officeart/2011/layout/InterconnectedBlockProcess"/>
    <dgm:cxn modelId="{4E2566DE-0A49-422B-A936-B6938D10FC4B}" type="presOf" srcId="{EA4C0502-F65C-4EAC-B2F9-BC234DB441B2}" destId="{DA619087-985D-44BC-956F-F319EBD3D03C}" srcOrd="0" destOrd="0" presId="urn:microsoft.com/office/officeart/2011/layout/InterconnectedBlockProcess"/>
    <dgm:cxn modelId="{095A13E1-E6FF-48B6-BF03-68B4A6C47BB1}" type="presOf" srcId="{FDFA3720-503B-4BDE-A8F1-13E699985E1F}" destId="{79F8210D-4DD0-4A92-9912-BEF3DC3BB871}" srcOrd="0" destOrd="0" presId="urn:microsoft.com/office/officeart/2011/layout/InterconnectedBlockProcess"/>
    <dgm:cxn modelId="{4B0713ED-4EF6-48E4-ADF9-2BDC3E4AE744}" srcId="{2071AE44-D8A1-404A-8B35-8DE147B0490B}" destId="{C9216603-210D-43C1-8661-7F9B71087829}" srcOrd="0" destOrd="0" parTransId="{F69A248D-F6E9-4B3F-9515-2BBBBC9C6FC7}" sibTransId="{6FB44AFF-E02E-4A73-8AAC-DFF40C580AA4}"/>
    <dgm:cxn modelId="{EBDB90F6-16D2-44FA-877D-66FB5AB779C3}" type="presOf" srcId="{C9216603-210D-43C1-8661-7F9B71087829}" destId="{82DC456E-3444-40B0-9874-19F674D52051}" srcOrd="1" destOrd="0" presId="urn:microsoft.com/office/officeart/2011/layout/InterconnectedBlockProcess"/>
    <dgm:cxn modelId="{53E035FC-3307-442F-AF21-9E0D187B203B}" type="presOf" srcId="{A0F665A0-B67A-4145-823F-CF174FA4419F}" destId="{5C16C92B-93C5-49A3-AAA0-A56DE9637FC1}" srcOrd="0" destOrd="0" presId="urn:microsoft.com/office/officeart/2011/layout/InterconnectedBlockProcess"/>
    <dgm:cxn modelId="{FDB426A3-8A0F-420A-AE17-50B022584995}" type="presParOf" srcId="{E4C38CB1-A0F6-4997-A6A9-2C3DB03DF9A9}" destId="{53480018-5EBF-4D7F-877D-1F02E2A7FBA5}" srcOrd="0" destOrd="0" presId="urn:microsoft.com/office/officeart/2011/layout/InterconnectedBlockProcess"/>
    <dgm:cxn modelId="{C1E32AD4-C304-411B-AC38-738E2BE4BF33}" type="presParOf" srcId="{53480018-5EBF-4D7F-877D-1F02E2A7FBA5}" destId="{C2EE7DFD-5F94-47EE-9E91-7FC2266CEE0C}" srcOrd="0" destOrd="0" presId="urn:microsoft.com/office/officeart/2011/layout/InterconnectedBlockProcess"/>
    <dgm:cxn modelId="{82479AFA-EBCC-4630-A31E-63DAABA36902}" type="presParOf" srcId="{E4C38CB1-A0F6-4997-A6A9-2C3DB03DF9A9}" destId="{E559BE8D-21F6-4DF1-BFCD-0BBD927A783E}" srcOrd="1" destOrd="0" presId="urn:microsoft.com/office/officeart/2011/layout/InterconnectedBlockProcess"/>
    <dgm:cxn modelId="{BA2F9561-148F-49F4-93E1-E1F151064469}" type="presParOf" srcId="{E4C38CB1-A0F6-4997-A6A9-2C3DB03DF9A9}" destId="{8F819BBE-5151-48F2-9DCA-C6BB5573FEB9}" srcOrd="2" destOrd="0" presId="urn:microsoft.com/office/officeart/2011/layout/InterconnectedBlockProcess"/>
    <dgm:cxn modelId="{D14331F5-18CC-4B0B-8738-2402943007A3}" type="presParOf" srcId="{E4C38CB1-A0F6-4997-A6A9-2C3DB03DF9A9}" destId="{86F55E60-5B1C-4238-9D56-D0C849238525}" srcOrd="3" destOrd="0" presId="urn:microsoft.com/office/officeart/2011/layout/InterconnectedBlockProcess"/>
    <dgm:cxn modelId="{D5A09723-D04B-4FC9-821D-5FECC6BA2F29}" type="presParOf" srcId="{86F55E60-5B1C-4238-9D56-D0C849238525}" destId="{A85FC4F3-668F-46C1-B2B2-60F3131D3D8C}" srcOrd="0" destOrd="0" presId="urn:microsoft.com/office/officeart/2011/layout/InterconnectedBlockProcess"/>
    <dgm:cxn modelId="{C8614DAF-2F53-48A5-ADB8-344CE95E7B8C}" type="presParOf" srcId="{E4C38CB1-A0F6-4997-A6A9-2C3DB03DF9A9}" destId="{82DC456E-3444-40B0-9874-19F674D52051}" srcOrd="4" destOrd="0" presId="urn:microsoft.com/office/officeart/2011/layout/InterconnectedBlockProcess"/>
    <dgm:cxn modelId="{558A6078-D805-416C-87B6-9B28602B6DBB}" type="presParOf" srcId="{E4C38CB1-A0F6-4997-A6A9-2C3DB03DF9A9}" destId="{2E8B3846-D6B7-4F07-AFFB-93B3B7DC6A00}" srcOrd="5" destOrd="0" presId="urn:microsoft.com/office/officeart/2011/layout/InterconnectedBlockProcess"/>
    <dgm:cxn modelId="{3B7791F7-8D9C-4A62-9D7B-E0220A473038}" type="presParOf" srcId="{E4C38CB1-A0F6-4997-A6A9-2C3DB03DF9A9}" destId="{1F8E5A65-4C62-4EF9-9104-ABB0516FD2B0}" srcOrd="6" destOrd="0" presId="urn:microsoft.com/office/officeart/2011/layout/InterconnectedBlockProcess"/>
    <dgm:cxn modelId="{A1A56C52-00F1-4799-BAAB-33041A3A5656}" type="presParOf" srcId="{1F8E5A65-4C62-4EF9-9104-ABB0516FD2B0}" destId="{79F8210D-4DD0-4A92-9912-BEF3DC3BB871}" srcOrd="0" destOrd="0" presId="urn:microsoft.com/office/officeart/2011/layout/InterconnectedBlockProcess"/>
    <dgm:cxn modelId="{AE1A9B36-98A6-4FE6-8D73-627979A724A5}" type="presParOf" srcId="{E4C38CB1-A0F6-4997-A6A9-2C3DB03DF9A9}" destId="{540EC75B-6D2A-4F70-AD09-B60C2591910E}" srcOrd="7" destOrd="0" presId="urn:microsoft.com/office/officeart/2011/layout/InterconnectedBlockProcess"/>
    <dgm:cxn modelId="{4B0B23A7-8E28-4F58-BADA-DCE4A9FCD8A1}" type="presParOf" srcId="{E4C38CB1-A0F6-4997-A6A9-2C3DB03DF9A9}" destId="{5C16C92B-93C5-49A3-AAA0-A56DE9637FC1}" srcOrd="8" destOrd="0" presId="urn:microsoft.com/office/officeart/2011/layout/InterconnectedBlockProcess"/>
    <dgm:cxn modelId="{DA03BD03-FA31-49A9-AAC8-9D60E63559A9}" type="presParOf" srcId="{E4C38CB1-A0F6-4997-A6A9-2C3DB03DF9A9}" destId="{0B9D82F7-A6CD-4231-BB10-0307EF522803}" srcOrd="9" destOrd="0" presId="urn:microsoft.com/office/officeart/2011/layout/InterconnectedBlockProcess"/>
    <dgm:cxn modelId="{754028FE-FC1A-402C-9088-A841BCD52B8D}" type="presParOf" srcId="{0B9D82F7-A6CD-4231-BB10-0307EF522803}" destId="{DA619087-985D-44BC-956F-F319EBD3D03C}" srcOrd="0" destOrd="0" presId="urn:microsoft.com/office/officeart/2011/layout/InterconnectedBlockProcess"/>
    <dgm:cxn modelId="{8C19689F-0A1D-43E0-B3F5-41FF9C43630D}" type="presParOf" srcId="{E4C38CB1-A0F6-4997-A6A9-2C3DB03DF9A9}" destId="{E503A956-9176-42DE-BDA5-1640DE2CC147}" srcOrd="10" destOrd="0" presId="urn:microsoft.com/office/officeart/2011/layout/InterconnectedBlockProcess"/>
    <dgm:cxn modelId="{6B43A4D3-6B38-46F1-9A7D-963B67A27BA4}" type="presParOf" srcId="{E4C38CB1-A0F6-4997-A6A9-2C3DB03DF9A9}" destId="{47BB901B-2ECA-4B22-A1BA-ED764D6DA876}" srcOrd="11"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9DA131-3314-4ABE-A35C-1BE851EACCF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0B73478-A08F-4326-AE43-A75902C8FE03}">
      <dgm:prSet phldrT="[Text]"/>
      <dgm:spPr/>
      <dgm:t>
        <a:bodyPr/>
        <a:lstStyle/>
        <a:p>
          <a:r>
            <a:rPr lang="en-US" dirty="0" err="1"/>
            <a:t>Struktur</a:t>
          </a:r>
          <a:r>
            <a:rPr lang="en-US" dirty="0"/>
            <a:t> </a:t>
          </a:r>
          <a:r>
            <a:rPr lang="en-US" dirty="0" err="1"/>
            <a:t>Kuesioner</a:t>
          </a:r>
          <a:endParaRPr lang="en-US" dirty="0"/>
        </a:p>
      </dgm:t>
    </dgm:pt>
    <dgm:pt modelId="{BEBB733F-2560-4408-BB95-41926BC8E876}" type="parTrans" cxnId="{649653E6-FC95-42F7-844C-6781852EB741}">
      <dgm:prSet/>
      <dgm:spPr/>
      <dgm:t>
        <a:bodyPr/>
        <a:lstStyle/>
        <a:p>
          <a:endParaRPr lang="en-US"/>
        </a:p>
      </dgm:t>
    </dgm:pt>
    <dgm:pt modelId="{E345F2F9-B884-4D28-8F0C-50F6F9E47882}" type="sibTrans" cxnId="{649653E6-FC95-42F7-844C-6781852EB741}">
      <dgm:prSet/>
      <dgm:spPr/>
      <dgm:t>
        <a:bodyPr/>
        <a:lstStyle/>
        <a:p>
          <a:endParaRPr lang="en-US"/>
        </a:p>
      </dgm:t>
    </dgm:pt>
    <dgm:pt modelId="{49D2BCF3-97B4-49C9-94D9-A53C3A8B951B}">
      <dgm:prSet phldrT="[Text]" custT="1"/>
      <dgm:spPr/>
      <dgm:t>
        <a:bodyPr/>
        <a:lstStyle/>
        <a:p>
          <a:r>
            <a:rPr lang="id-ID" sz="1800" b="1" dirty="0"/>
            <a:t>Pertanyaan Tertutup</a:t>
          </a:r>
          <a:r>
            <a:rPr lang="id-ID" sz="1800" dirty="0"/>
            <a:t>: Pertanyaan ini dirancang untuk menghasilkan jawaban yang terstruktur dan sistematis, sehingga data kuantitatif yang diperoleh dapat diolah dan dianalisis secara statistik. Pertanyaan tertutup, yang menggunakan skala penilaian (misalnya, 1 hingga 5), membantu mengukur faktor-faktor seperti </a:t>
          </a:r>
          <a:r>
            <a:rPr lang="id-ID" sz="1800" b="1" dirty="0"/>
            <a:t>waktu tempuh, biaya, kenyamanan, aksesibilitas</a:t>
          </a:r>
          <a:r>
            <a:rPr lang="id-ID" sz="1800" dirty="0"/>
            <a:t>, dan </a:t>
          </a:r>
          <a:r>
            <a:rPr lang="id-ID" sz="1800" b="1" dirty="0"/>
            <a:t>keamanan</a:t>
          </a:r>
          <a:r>
            <a:rPr lang="id-ID" sz="1800" dirty="0"/>
            <a:t> secara objektif.</a:t>
          </a:r>
          <a:endParaRPr lang="en-US" sz="1800" dirty="0"/>
        </a:p>
      </dgm:t>
    </dgm:pt>
    <dgm:pt modelId="{E986A344-5CC9-4ED0-8C0F-3622FE2E1381}" type="parTrans" cxnId="{FA607C95-CAA2-4D0A-AC27-BBD216BEB4B0}">
      <dgm:prSet/>
      <dgm:spPr/>
      <dgm:t>
        <a:bodyPr/>
        <a:lstStyle/>
        <a:p>
          <a:endParaRPr lang="en-US"/>
        </a:p>
      </dgm:t>
    </dgm:pt>
    <dgm:pt modelId="{2584CEC9-39AB-4DCD-9105-4053672BC3A5}" type="sibTrans" cxnId="{FA607C95-CAA2-4D0A-AC27-BBD216BEB4B0}">
      <dgm:prSet/>
      <dgm:spPr/>
      <dgm:t>
        <a:bodyPr/>
        <a:lstStyle/>
        <a:p>
          <a:endParaRPr lang="en-US"/>
        </a:p>
      </dgm:t>
    </dgm:pt>
    <dgm:pt modelId="{9A48D332-FC06-478A-91F0-DD7E3E1B35FB}">
      <dgm:prSet phldrT="[Text]"/>
      <dgm:spPr/>
      <dgm:t>
        <a:bodyPr/>
        <a:lstStyle/>
        <a:p>
          <a:r>
            <a:rPr lang="id-ID" b="1" dirty="0"/>
            <a:t>Pertanyaan Terbuka</a:t>
          </a:r>
          <a:r>
            <a:rPr lang="id-ID" dirty="0"/>
            <a:t>: Untuk melengkapi data kuantitatif, pertanyaan terbuka dirancang untuk memberikan ruang bagi responden untuk mengekspresikan pandangan, pengalaman, atau pendapat mereka secara bebas</a:t>
          </a:r>
          <a:endParaRPr lang="en-US" dirty="0"/>
        </a:p>
      </dgm:t>
    </dgm:pt>
    <dgm:pt modelId="{AFABB82A-19A6-4016-AC1D-1871AC6557A9}" type="parTrans" cxnId="{07EF74BF-2885-4A97-9136-EF5761058152}">
      <dgm:prSet/>
      <dgm:spPr/>
      <dgm:t>
        <a:bodyPr/>
        <a:lstStyle/>
        <a:p>
          <a:endParaRPr lang="en-US"/>
        </a:p>
      </dgm:t>
    </dgm:pt>
    <dgm:pt modelId="{504CE066-0EC0-4CBD-8032-94B905BDC993}" type="sibTrans" cxnId="{07EF74BF-2885-4A97-9136-EF5761058152}">
      <dgm:prSet/>
      <dgm:spPr/>
      <dgm:t>
        <a:bodyPr/>
        <a:lstStyle/>
        <a:p>
          <a:endParaRPr lang="en-US"/>
        </a:p>
      </dgm:t>
    </dgm:pt>
    <dgm:pt modelId="{EA78B3DA-C8E9-4B2E-9237-2B85EC3B9860}" type="pres">
      <dgm:prSet presAssocID="{C09DA131-3314-4ABE-A35C-1BE851EACCFE}" presName="vert0" presStyleCnt="0">
        <dgm:presLayoutVars>
          <dgm:dir/>
          <dgm:animOne val="branch"/>
          <dgm:animLvl val="lvl"/>
        </dgm:presLayoutVars>
      </dgm:prSet>
      <dgm:spPr/>
    </dgm:pt>
    <dgm:pt modelId="{0CB69B15-0BBB-4173-88E5-4AB3A06B376F}" type="pres">
      <dgm:prSet presAssocID="{10B73478-A08F-4326-AE43-A75902C8FE03}" presName="thickLine" presStyleLbl="alignNode1" presStyleIdx="0" presStyleCnt="1"/>
      <dgm:spPr/>
    </dgm:pt>
    <dgm:pt modelId="{54FCF351-B1C2-4095-AF69-4ADF57DF3E1C}" type="pres">
      <dgm:prSet presAssocID="{10B73478-A08F-4326-AE43-A75902C8FE03}" presName="horz1" presStyleCnt="0"/>
      <dgm:spPr/>
    </dgm:pt>
    <dgm:pt modelId="{D1F8D295-5843-49C6-92C3-46A5C7FA44BC}" type="pres">
      <dgm:prSet presAssocID="{10B73478-A08F-4326-AE43-A75902C8FE03}" presName="tx1" presStyleLbl="revTx" presStyleIdx="0" presStyleCnt="3"/>
      <dgm:spPr/>
    </dgm:pt>
    <dgm:pt modelId="{8E945DF5-46F2-42CB-9C77-B918E1520A04}" type="pres">
      <dgm:prSet presAssocID="{10B73478-A08F-4326-AE43-A75902C8FE03}" presName="vert1" presStyleCnt="0"/>
      <dgm:spPr/>
    </dgm:pt>
    <dgm:pt modelId="{49BB4A77-732C-4394-8ED4-8EBA540D76D7}" type="pres">
      <dgm:prSet presAssocID="{49D2BCF3-97B4-49C9-94D9-A53C3A8B951B}" presName="vertSpace2a" presStyleCnt="0"/>
      <dgm:spPr/>
    </dgm:pt>
    <dgm:pt modelId="{ABF73B4A-FC21-41FA-8F78-F3F7D14631B8}" type="pres">
      <dgm:prSet presAssocID="{49D2BCF3-97B4-49C9-94D9-A53C3A8B951B}" presName="horz2" presStyleCnt="0"/>
      <dgm:spPr/>
    </dgm:pt>
    <dgm:pt modelId="{DF28C6F4-0E54-401E-8512-32CD671D0711}" type="pres">
      <dgm:prSet presAssocID="{49D2BCF3-97B4-49C9-94D9-A53C3A8B951B}" presName="horzSpace2" presStyleCnt="0"/>
      <dgm:spPr/>
    </dgm:pt>
    <dgm:pt modelId="{72F71358-BE21-4854-A1A9-F2CBC3C2345A}" type="pres">
      <dgm:prSet presAssocID="{49D2BCF3-97B4-49C9-94D9-A53C3A8B951B}" presName="tx2" presStyleLbl="revTx" presStyleIdx="1" presStyleCnt="3"/>
      <dgm:spPr/>
    </dgm:pt>
    <dgm:pt modelId="{7AA9E38A-4B22-4FC5-9A12-7ADAA86ED4FA}" type="pres">
      <dgm:prSet presAssocID="{49D2BCF3-97B4-49C9-94D9-A53C3A8B951B}" presName="vert2" presStyleCnt="0"/>
      <dgm:spPr/>
    </dgm:pt>
    <dgm:pt modelId="{D82B3337-8518-495C-9E7D-491219D02F67}" type="pres">
      <dgm:prSet presAssocID="{49D2BCF3-97B4-49C9-94D9-A53C3A8B951B}" presName="thinLine2b" presStyleLbl="callout" presStyleIdx="0" presStyleCnt="2"/>
      <dgm:spPr/>
    </dgm:pt>
    <dgm:pt modelId="{A483BB5F-4EE7-48DD-BE11-01A616873BEF}" type="pres">
      <dgm:prSet presAssocID="{49D2BCF3-97B4-49C9-94D9-A53C3A8B951B}" presName="vertSpace2b" presStyleCnt="0"/>
      <dgm:spPr/>
    </dgm:pt>
    <dgm:pt modelId="{15B59C93-9EEC-4808-AE5E-287531C29A31}" type="pres">
      <dgm:prSet presAssocID="{9A48D332-FC06-478A-91F0-DD7E3E1B35FB}" presName="horz2" presStyleCnt="0"/>
      <dgm:spPr/>
    </dgm:pt>
    <dgm:pt modelId="{A2A474B1-6CD8-4FDA-8BC6-F2F13D1FA760}" type="pres">
      <dgm:prSet presAssocID="{9A48D332-FC06-478A-91F0-DD7E3E1B35FB}" presName="horzSpace2" presStyleCnt="0"/>
      <dgm:spPr/>
    </dgm:pt>
    <dgm:pt modelId="{36183C5D-FF3A-4933-9AFB-D98BBF2A3D27}" type="pres">
      <dgm:prSet presAssocID="{9A48D332-FC06-478A-91F0-DD7E3E1B35FB}" presName="tx2" presStyleLbl="revTx" presStyleIdx="2" presStyleCnt="3"/>
      <dgm:spPr/>
    </dgm:pt>
    <dgm:pt modelId="{1DE93569-4E2D-4A44-A1B4-24601661CB79}" type="pres">
      <dgm:prSet presAssocID="{9A48D332-FC06-478A-91F0-DD7E3E1B35FB}" presName="vert2" presStyleCnt="0"/>
      <dgm:spPr/>
    </dgm:pt>
    <dgm:pt modelId="{A1F5A9F3-53BD-4C1A-9471-9DDAAC7E39EE}" type="pres">
      <dgm:prSet presAssocID="{9A48D332-FC06-478A-91F0-DD7E3E1B35FB}" presName="thinLine2b" presStyleLbl="callout" presStyleIdx="1" presStyleCnt="2"/>
      <dgm:spPr/>
    </dgm:pt>
    <dgm:pt modelId="{B2498512-40C8-4BAC-A2FD-89016077A704}" type="pres">
      <dgm:prSet presAssocID="{9A48D332-FC06-478A-91F0-DD7E3E1B35FB}" presName="vertSpace2b" presStyleCnt="0"/>
      <dgm:spPr/>
    </dgm:pt>
  </dgm:ptLst>
  <dgm:cxnLst>
    <dgm:cxn modelId="{9ABD6304-B5CB-42A1-B095-F6D700F66DCC}" type="presOf" srcId="{49D2BCF3-97B4-49C9-94D9-A53C3A8B951B}" destId="{72F71358-BE21-4854-A1A9-F2CBC3C2345A}" srcOrd="0" destOrd="0" presId="urn:microsoft.com/office/officeart/2008/layout/LinedList"/>
    <dgm:cxn modelId="{86909E22-C8A3-4748-9CB4-5D38486EEC84}" type="presOf" srcId="{10B73478-A08F-4326-AE43-A75902C8FE03}" destId="{D1F8D295-5843-49C6-92C3-46A5C7FA44BC}" srcOrd="0" destOrd="0" presId="urn:microsoft.com/office/officeart/2008/layout/LinedList"/>
    <dgm:cxn modelId="{02FDB248-7030-4377-9991-9E273B149647}" type="presOf" srcId="{9A48D332-FC06-478A-91F0-DD7E3E1B35FB}" destId="{36183C5D-FF3A-4933-9AFB-D98BBF2A3D27}" srcOrd="0" destOrd="0" presId="urn:microsoft.com/office/officeart/2008/layout/LinedList"/>
    <dgm:cxn modelId="{FA607C95-CAA2-4D0A-AC27-BBD216BEB4B0}" srcId="{10B73478-A08F-4326-AE43-A75902C8FE03}" destId="{49D2BCF3-97B4-49C9-94D9-A53C3A8B951B}" srcOrd="0" destOrd="0" parTransId="{E986A344-5CC9-4ED0-8C0F-3622FE2E1381}" sibTransId="{2584CEC9-39AB-4DCD-9105-4053672BC3A5}"/>
    <dgm:cxn modelId="{073E8E99-3D96-426E-B670-5743AB388059}" type="presOf" srcId="{C09DA131-3314-4ABE-A35C-1BE851EACCFE}" destId="{EA78B3DA-C8E9-4B2E-9237-2B85EC3B9860}" srcOrd="0" destOrd="0" presId="urn:microsoft.com/office/officeart/2008/layout/LinedList"/>
    <dgm:cxn modelId="{07EF74BF-2885-4A97-9136-EF5761058152}" srcId="{10B73478-A08F-4326-AE43-A75902C8FE03}" destId="{9A48D332-FC06-478A-91F0-DD7E3E1B35FB}" srcOrd="1" destOrd="0" parTransId="{AFABB82A-19A6-4016-AC1D-1871AC6557A9}" sibTransId="{504CE066-0EC0-4CBD-8032-94B905BDC993}"/>
    <dgm:cxn modelId="{649653E6-FC95-42F7-844C-6781852EB741}" srcId="{C09DA131-3314-4ABE-A35C-1BE851EACCFE}" destId="{10B73478-A08F-4326-AE43-A75902C8FE03}" srcOrd="0" destOrd="0" parTransId="{BEBB733F-2560-4408-BB95-41926BC8E876}" sibTransId="{E345F2F9-B884-4D28-8F0C-50F6F9E47882}"/>
    <dgm:cxn modelId="{C4CE027D-5E46-445C-B26C-648AABA39C92}" type="presParOf" srcId="{EA78B3DA-C8E9-4B2E-9237-2B85EC3B9860}" destId="{0CB69B15-0BBB-4173-88E5-4AB3A06B376F}" srcOrd="0" destOrd="0" presId="urn:microsoft.com/office/officeart/2008/layout/LinedList"/>
    <dgm:cxn modelId="{815D7DF5-2D08-4FD1-B8D9-0DB997813A4E}" type="presParOf" srcId="{EA78B3DA-C8E9-4B2E-9237-2B85EC3B9860}" destId="{54FCF351-B1C2-4095-AF69-4ADF57DF3E1C}" srcOrd="1" destOrd="0" presId="urn:microsoft.com/office/officeart/2008/layout/LinedList"/>
    <dgm:cxn modelId="{6DED29ED-BBAF-4BD2-9FCF-AFD316B1CCAB}" type="presParOf" srcId="{54FCF351-B1C2-4095-AF69-4ADF57DF3E1C}" destId="{D1F8D295-5843-49C6-92C3-46A5C7FA44BC}" srcOrd="0" destOrd="0" presId="urn:microsoft.com/office/officeart/2008/layout/LinedList"/>
    <dgm:cxn modelId="{839CD1EE-C4E6-4573-AA0C-46610A5F23BC}" type="presParOf" srcId="{54FCF351-B1C2-4095-AF69-4ADF57DF3E1C}" destId="{8E945DF5-46F2-42CB-9C77-B918E1520A04}" srcOrd="1" destOrd="0" presId="urn:microsoft.com/office/officeart/2008/layout/LinedList"/>
    <dgm:cxn modelId="{4BB9058E-F0C6-4084-878E-E9756AF742DD}" type="presParOf" srcId="{8E945DF5-46F2-42CB-9C77-B918E1520A04}" destId="{49BB4A77-732C-4394-8ED4-8EBA540D76D7}" srcOrd="0" destOrd="0" presId="urn:microsoft.com/office/officeart/2008/layout/LinedList"/>
    <dgm:cxn modelId="{172EF3BB-AD48-4BB6-9F41-EA36A4FB0547}" type="presParOf" srcId="{8E945DF5-46F2-42CB-9C77-B918E1520A04}" destId="{ABF73B4A-FC21-41FA-8F78-F3F7D14631B8}" srcOrd="1" destOrd="0" presId="urn:microsoft.com/office/officeart/2008/layout/LinedList"/>
    <dgm:cxn modelId="{DE3028A7-E408-464B-BE9A-6209CB6AEFA8}" type="presParOf" srcId="{ABF73B4A-FC21-41FA-8F78-F3F7D14631B8}" destId="{DF28C6F4-0E54-401E-8512-32CD671D0711}" srcOrd="0" destOrd="0" presId="urn:microsoft.com/office/officeart/2008/layout/LinedList"/>
    <dgm:cxn modelId="{553A8289-2D77-429E-9BF5-31DEF7F1B575}" type="presParOf" srcId="{ABF73B4A-FC21-41FA-8F78-F3F7D14631B8}" destId="{72F71358-BE21-4854-A1A9-F2CBC3C2345A}" srcOrd="1" destOrd="0" presId="urn:microsoft.com/office/officeart/2008/layout/LinedList"/>
    <dgm:cxn modelId="{48C83BF2-8665-4DAE-B4F2-3BA0D2218D9E}" type="presParOf" srcId="{ABF73B4A-FC21-41FA-8F78-F3F7D14631B8}" destId="{7AA9E38A-4B22-4FC5-9A12-7ADAA86ED4FA}" srcOrd="2" destOrd="0" presId="urn:microsoft.com/office/officeart/2008/layout/LinedList"/>
    <dgm:cxn modelId="{4FEFAF7D-F0CF-4509-8E83-8F92E86BD4B1}" type="presParOf" srcId="{8E945DF5-46F2-42CB-9C77-B918E1520A04}" destId="{D82B3337-8518-495C-9E7D-491219D02F67}" srcOrd="2" destOrd="0" presId="urn:microsoft.com/office/officeart/2008/layout/LinedList"/>
    <dgm:cxn modelId="{76C7C91D-C994-49C0-8425-E3EFFCE5B558}" type="presParOf" srcId="{8E945DF5-46F2-42CB-9C77-B918E1520A04}" destId="{A483BB5F-4EE7-48DD-BE11-01A616873BEF}" srcOrd="3" destOrd="0" presId="urn:microsoft.com/office/officeart/2008/layout/LinedList"/>
    <dgm:cxn modelId="{F3DD76AC-5A05-4117-B9BE-0BABD97B39C9}" type="presParOf" srcId="{8E945DF5-46F2-42CB-9C77-B918E1520A04}" destId="{15B59C93-9EEC-4808-AE5E-287531C29A31}" srcOrd="4" destOrd="0" presId="urn:microsoft.com/office/officeart/2008/layout/LinedList"/>
    <dgm:cxn modelId="{74D4C9B3-3ECE-4492-B75D-24A4D252D2B8}" type="presParOf" srcId="{15B59C93-9EEC-4808-AE5E-287531C29A31}" destId="{A2A474B1-6CD8-4FDA-8BC6-F2F13D1FA760}" srcOrd="0" destOrd="0" presId="urn:microsoft.com/office/officeart/2008/layout/LinedList"/>
    <dgm:cxn modelId="{2EA56782-2D90-46BD-B917-68410B824FB8}" type="presParOf" srcId="{15B59C93-9EEC-4808-AE5E-287531C29A31}" destId="{36183C5D-FF3A-4933-9AFB-D98BBF2A3D27}" srcOrd="1" destOrd="0" presId="urn:microsoft.com/office/officeart/2008/layout/LinedList"/>
    <dgm:cxn modelId="{C03F5134-09F8-4CC7-AB11-20D9DEB9CBF6}" type="presParOf" srcId="{15B59C93-9EEC-4808-AE5E-287531C29A31}" destId="{1DE93569-4E2D-4A44-A1B4-24601661CB79}" srcOrd="2" destOrd="0" presId="urn:microsoft.com/office/officeart/2008/layout/LinedList"/>
    <dgm:cxn modelId="{003022C5-4AB4-4209-933E-2B43076DF043}" type="presParOf" srcId="{8E945DF5-46F2-42CB-9C77-B918E1520A04}" destId="{A1F5A9F3-53BD-4C1A-9471-9DDAAC7E39EE}" srcOrd="5" destOrd="0" presId="urn:microsoft.com/office/officeart/2008/layout/LinedList"/>
    <dgm:cxn modelId="{094DAE77-F979-4177-A052-14E5743A86BE}" type="presParOf" srcId="{8E945DF5-46F2-42CB-9C77-B918E1520A04}" destId="{B2498512-40C8-4BAC-A2FD-89016077A704}"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09DA131-3314-4ABE-A35C-1BE851EACCF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0B73478-A08F-4326-AE43-A75902C8FE03}">
      <dgm:prSet phldrT="[Text]"/>
      <dgm:spPr/>
      <dgm:t>
        <a:bodyPr/>
        <a:lstStyle/>
        <a:p>
          <a:r>
            <a:rPr lang="id-ID" b="1" dirty="0"/>
            <a:t>Landasan Teoritis dan Penyusunan Kuesioner</a:t>
          </a:r>
          <a:endParaRPr lang="en-US" dirty="0"/>
        </a:p>
      </dgm:t>
    </dgm:pt>
    <dgm:pt modelId="{BEBB733F-2560-4408-BB95-41926BC8E876}" type="parTrans" cxnId="{649653E6-FC95-42F7-844C-6781852EB741}">
      <dgm:prSet/>
      <dgm:spPr/>
      <dgm:t>
        <a:bodyPr/>
        <a:lstStyle/>
        <a:p>
          <a:endParaRPr lang="en-US"/>
        </a:p>
      </dgm:t>
    </dgm:pt>
    <dgm:pt modelId="{E345F2F9-B884-4D28-8F0C-50F6F9E47882}" type="sibTrans" cxnId="{649653E6-FC95-42F7-844C-6781852EB741}">
      <dgm:prSet/>
      <dgm:spPr/>
      <dgm:t>
        <a:bodyPr/>
        <a:lstStyle/>
        <a:p>
          <a:endParaRPr lang="en-US"/>
        </a:p>
      </dgm:t>
    </dgm:pt>
    <dgm:pt modelId="{49D2BCF3-97B4-49C9-94D9-A53C3A8B951B}">
      <dgm:prSet phldrT="[Text]" custT="1"/>
      <dgm:spPr/>
      <dgm:t>
        <a:bodyPr/>
        <a:lstStyle/>
        <a:p>
          <a:r>
            <a:rPr lang="id-ID" sz="1800" dirty="0"/>
            <a:t>Kuesioner ini tidak dirancang secara sembarangan, melainkan berdasarkan landasan teori yang kokoh dan studi terdahulu mengenai perilaku pemilihan moda transportasi. Peneliti mengacu pada literatur yang relevan untuk mengidentifikasi faktor-faktor utama yang perlu dieksplorasi, seperti </a:t>
          </a:r>
          <a:r>
            <a:rPr lang="id-ID" sz="1800" b="1" dirty="0"/>
            <a:t>preferensi pengguna terhadap moda transportasi tertentu</a:t>
          </a:r>
          <a:r>
            <a:rPr lang="id-ID" sz="1800" dirty="0"/>
            <a:t>, </a:t>
          </a:r>
          <a:r>
            <a:rPr lang="id-ID" sz="1800" b="1" dirty="0"/>
            <a:t>faktor ekonomi</a:t>
          </a:r>
          <a:r>
            <a:rPr lang="id-ID" sz="1800" dirty="0"/>
            <a:t>, </a:t>
          </a:r>
          <a:r>
            <a:rPr lang="id-ID" sz="1800" b="1" dirty="0"/>
            <a:t>kenyamanan</a:t>
          </a:r>
          <a:r>
            <a:rPr lang="id-ID" sz="1800" dirty="0"/>
            <a:t>, </a:t>
          </a:r>
          <a:r>
            <a:rPr lang="id-ID" sz="1800" b="1" dirty="0"/>
            <a:t>waktu tempuh</a:t>
          </a:r>
          <a:r>
            <a:rPr lang="id-ID" sz="1800" dirty="0"/>
            <a:t>, serta </a:t>
          </a:r>
          <a:r>
            <a:rPr lang="id-ID" sz="1800" b="1" dirty="0"/>
            <a:t>ketersediaan infrastruktur</a:t>
          </a:r>
          <a:endParaRPr lang="en-US" sz="1800" dirty="0"/>
        </a:p>
      </dgm:t>
    </dgm:pt>
    <dgm:pt modelId="{E986A344-5CC9-4ED0-8C0F-3622FE2E1381}" type="parTrans" cxnId="{FA607C95-CAA2-4D0A-AC27-BBD216BEB4B0}">
      <dgm:prSet/>
      <dgm:spPr/>
      <dgm:t>
        <a:bodyPr/>
        <a:lstStyle/>
        <a:p>
          <a:endParaRPr lang="en-US"/>
        </a:p>
      </dgm:t>
    </dgm:pt>
    <dgm:pt modelId="{2584CEC9-39AB-4DCD-9105-4053672BC3A5}" type="sibTrans" cxnId="{FA607C95-CAA2-4D0A-AC27-BBD216BEB4B0}">
      <dgm:prSet/>
      <dgm:spPr/>
      <dgm:t>
        <a:bodyPr/>
        <a:lstStyle/>
        <a:p>
          <a:endParaRPr lang="en-US"/>
        </a:p>
      </dgm:t>
    </dgm:pt>
    <dgm:pt modelId="{EA78B3DA-C8E9-4B2E-9237-2B85EC3B9860}" type="pres">
      <dgm:prSet presAssocID="{C09DA131-3314-4ABE-A35C-1BE851EACCFE}" presName="vert0" presStyleCnt="0">
        <dgm:presLayoutVars>
          <dgm:dir/>
          <dgm:animOne val="branch"/>
          <dgm:animLvl val="lvl"/>
        </dgm:presLayoutVars>
      </dgm:prSet>
      <dgm:spPr/>
    </dgm:pt>
    <dgm:pt modelId="{0CB69B15-0BBB-4173-88E5-4AB3A06B376F}" type="pres">
      <dgm:prSet presAssocID="{10B73478-A08F-4326-AE43-A75902C8FE03}" presName="thickLine" presStyleLbl="alignNode1" presStyleIdx="0" presStyleCnt="1"/>
      <dgm:spPr/>
    </dgm:pt>
    <dgm:pt modelId="{54FCF351-B1C2-4095-AF69-4ADF57DF3E1C}" type="pres">
      <dgm:prSet presAssocID="{10B73478-A08F-4326-AE43-A75902C8FE03}" presName="horz1" presStyleCnt="0"/>
      <dgm:spPr/>
    </dgm:pt>
    <dgm:pt modelId="{D1F8D295-5843-49C6-92C3-46A5C7FA44BC}" type="pres">
      <dgm:prSet presAssocID="{10B73478-A08F-4326-AE43-A75902C8FE03}" presName="tx1" presStyleLbl="revTx" presStyleIdx="0" presStyleCnt="2"/>
      <dgm:spPr/>
    </dgm:pt>
    <dgm:pt modelId="{8E945DF5-46F2-42CB-9C77-B918E1520A04}" type="pres">
      <dgm:prSet presAssocID="{10B73478-A08F-4326-AE43-A75902C8FE03}" presName="vert1" presStyleCnt="0"/>
      <dgm:spPr/>
    </dgm:pt>
    <dgm:pt modelId="{49BB4A77-732C-4394-8ED4-8EBA540D76D7}" type="pres">
      <dgm:prSet presAssocID="{49D2BCF3-97B4-49C9-94D9-A53C3A8B951B}" presName="vertSpace2a" presStyleCnt="0"/>
      <dgm:spPr/>
    </dgm:pt>
    <dgm:pt modelId="{ABF73B4A-FC21-41FA-8F78-F3F7D14631B8}" type="pres">
      <dgm:prSet presAssocID="{49D2BCF3-97B4-49C9-94D9-A53C3A8B951B}" presName="horz2" presStyleCnt="0"/>
      <dgm:spPr/>
    </dgm:pt>
    <dgm:pt modelId="{DF28C6F4-0E54-401E-8512-32CD671D0711}" type="pres">
      <dgm:prSet presAssocID="{49D2BCF3-97B4-49C9-94D9-A53C3A8B951B}" presName="horzSpace2" presStyleCnt="0"/>
      <dgm:spPr/>
    </dgm:pt>
    <dgm:pt modelId="{72F71358-BE21-4854-A1A9-F2CBC3C2345A}" type="pres">
      <dgm:prSet presAssocID="{49D2BCF3-97B4-49C9-94D9-A53C3A8B951B}" presName="tx2" presStyleLbl="revTx" presStyleIdx="1" presStyleCnt="2"/>
      <dgm:spPr/>
    </dgm:pt>
    <dgm:pt modelId="{7AA9E38A-4B22-4FC5-9A12-7ADAA86ED4FA}" type="pres">
      <dgm:prSet presAssocID="{49D2BCF3-97B4-49C9-94D9-A53C3A8B951B}" presName="vert2" presStyleCnt="0"/>
      <dgm:spPr/>
    </dgm:pt>
    <dgm:pt modelId="{D82B3337-8518-495C-9E7D-491219D02F67}" type="pres">
      <dgm:prSet presAssocID="{49D2BCF3-97B4-49C9-94D9-A53C3A8B951B}" presName="thinLine2b" presStyleLbl="callout" presStyleIdx="0" presStyleCnt="1"/>
      <dgm:spPr/>
    </dgm:pt>
    <dgm:pt modelId="{A483BB5F-4EE7-48DD-BE11-01A616873BEF}" type="pres">
      <dgm:prSet presAssocID="{49D2BCF3-97B4-49C9-94D9-A53C3A8B951B}" presName="vertSpace2b" presStyleCnt="0"/>
      <dgm:spPr/>
    </dgm:pt>
  </dgm:ptLst>
  <dgm:cxnLst>
    <dgm:cxn modelId="{9ABD6304-B5CB-42A1-B095-F6D700F66DCC}" type="presOf" srcId="{49D2BCF3-97B4-49C9-94D9-A53C3A8B951B}" destId="{72F71358-BE21-4854-A1A9-F2CBC3C2345A}" srcOrd="0" destOrd="0" presId="urn:microsoft.com/office/officeart/2008/layout/LinedList"/>
    <dgm:cxn modelId="{86909E22-C8A3-4748-9CB4-5D38486EEC84}" type="presOf" srcId="{10B73478-A08F-4326-AE43-A75902C8FE03}" destId="{D1F8D295-5843-49C6-92C3-46A5C7FA44BC}" srcOrd="0" destOrd="0" presId="urn:microsoft.com/office/officeart/2008/layout/LinedList"/>
    <dgm:cxn modelId="{FA607C95-CAA2-4D0A-AC27-BBD216BEB4B0}" srcId="{10B73478-A08F-4326-AE43-A75902C8FE03}" destId="{49D2BCF3-97B4-49C9-94D9-A53C3A8B951B}" srcOrd="0" destOrd="0" parTransId="{E986A344-5CC9-4ED0-8C0F-3622FE2E1381}" sibTransId="{2584CEC9-39AB-4DCD-9105-4053672BC3A5}"/>
    <dgm:cxn modelId="{073E8E99-3D96-426E-B670-5743AB388059}" type="presOf" srcId="{C09DA131-3314-4ABE-A35C-1BE851EACCFE}" destId="{EA78B3DA-C8E9-4B2E-9237-2B85EC3B9860}" srcOrd="0" destOrd="0" presId="urn:microsoft.com/office/officeart/2008/layout/LinedList"/>
    <dgm:cxn modelId="{649653E6-FC95-42F7-844C-6781852EB741}" srcId="{C09DA131-3314-4ABE-A35C-1BE851EACCFE}" destId="{10B73478-A08F-4326-AE43-A75902C8FE03}" srcOrd="0" destOrd="0" parTransId="{BEBB733F-2560-4408-BB95-41926BC8E876}" sibTransId="{E345F2F9-B884-4D28-8F0C-50F6F9E47882}"/>
    <dgm:cxn modelId="{C4CE027D-5E46-445C-B26C-648AABA39C92}" type="presParOf" srcId="{EA78B3DA-C8E9-4B2E-9237-2B85EC3B9860}" destId="{0CB69B15-0BBB-4173-88E5-4AB3A06B376F}" srcOrd="0" destOrd="0" presId="urn:microsoft.com/office/officeart/2008/layout/LinedList"/>
    <dgm:cxn modelId="{815D7DF5-2D08-4FD1-B8D9-0DB997813A4E}" type="presParOf" srcId="{EA78B3DA-C8E9-4B2E-9237-2B85EC3B9860}" destId="{54FCF351-B1C2-4095-AF69-4ADF57DF3E1C}" srcOrd="1" destOrd="0" presId="urn:microsoft.com/office/officeart/2008/layout/LinedList"/>
    <dgm:cxn modelId="{6DED29ED-BBAF-4BD2-9FCF-AFD316B1CCAB}" type="presParOf" srcId="{54FCF351-B1C2-4095-AF69-4ADF57DF3E1C}" destId="{D1F8D295-5843-49C6-92C3-46A5C7FA44BC}" srcOrd="0" destOrd="0" presId="urn:microsoft.com/office/officeart/2008/layout/LinedList"/>
    <dgm:cxn modelId="{839CD1EE-C4E6-4573-AA0C-46610A5F23BC}" type="presParOf" srcId="{54FCF351-B1C2-4095-AF69-4ADF57DF3E1C}" destId="{8E945DF5-46F2-42CB-9C77-B918E1520A04}" srcOrd="1" destOrd="0" presId="urn:microsoft.com/office/officeart/2008/layout/LinedList"/>
    <dgm:cxn modelId="{4BB9058E-F0C6-4084-878E-E9756AF742DD}" type="presParOf" srcId="{8E945DF5-46F2-42CB-9C77-B918E1520A04}" destId="{49BB4A77-732C-4394-8ED4-8EBA540D76D7}" srcOrd="0" destOrd="0" presId="urn:microsoft.com/office/officeart/2008/layout/LinedList"/>
    <dgm:cxn modelId="{172EF3BB-AD48-4BB6-9F41-EA36A4FB0547}" type="presParOf" srcId="{8E945DF5-46F2-42CB-9C77-B918E1520A04}" destId="{ABF73B4A-FC21-41FA-8F78-F3F7D14631B8}" srcOrd="1" destOrd="0" presId="urn:microsoft.com/office/officeart/2008/layout/LinedList"/>
    <dgm:cxn modelId="{DE3028A7-E408-464B-BE9A-6209CB6AEFA8}" type="presParOf" srcId="{ABF73B4A-FC21-41FA-8F78-F3F7D14631B8}" destId="{DF28C6F4-0E54-401E-8512-32CD671D0711}" srcOrd="0" destOrd="0" presId="urn:microsoft.com/office/officeart/2008/layout/LinedList"/>
    <dgm:cxn modelId="{553A8289-2D77-429E-9BF5-31DEF7F1B575}" type="presParOf" srcId="{ABF73B4A-FC21-41FA-8F78-F3F7D14631B8}" destId="{72F71358-BE21-4854-A1A9-F2CBC3C2345A}" srcOrd="1" destOrd="0" presId="urn:microsoft.com/office/officeart/2008/layout/LinedList"/>
    <dgm:cxn modelId="{48C83BF2-8665-4DAE-B4F2-3BA0D2218D9E}" type="presParOf" srcId="{ABF73B4A-FC21-41FA-8F78-F3F7D14631B8}" destId="{7AA9E38A-4B22-4FC5-9A12-7ADAA86ED4FA}" srcOrd="2" destOrd="0" presId="urn:microsoft.com/office/officeart/2008/layout/LinedList"/>
    <dgm:cxn modelId="{4FEFAF7D-F0CF-4509-8E83-8F92E86BD4B1}" type="presParOf" srcId="{8E945DF5-46F2-42CB-9C77-B918E1520A04}" destId="{D82B3337-8518-495C-9E7D-491219D02F67}" srcOrd="2" destOrd="0" presId="urn:microsoft.com/office/officeart/2008/layout/LinedList"/>
    <dgm:cxn modelId="{76C7C91D-C994-49C0-8425-E3EFFCE5B558}" type="presParOf" srcId="{8E945DF5-46F2-42CB-9C77-B918E1520A04}" destId="{A483BB5F-4EE7-48DD-BE11-01A616873BEF}"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9DA131-3314-4ABE-A35C-1BE851EACCF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0B73478-A08F-4326-AE43-A75902C8FE03}">
      <dgm:prSet phldrT="[Text]"/>
      <dgm:spPr/>
      <dgm:t>
        <a:bodyPr/>
        <a:lstStyle/>
        <a:p>
          <a:r>
            <a:rPr lang="id-ID" b="1" dirty="0"/>
            <a:t>Validitas dan Reliabilitas Instrumenr</a:t>
          </a:r>
          <a:endParaRPr lang="en-US" dirty="0"/>
        </a:p>
      </dgm:t>
    </dgm:pt>
    <dgm:pt modelId="{BEBB733F-2560-4408-BB95-41926BC8E876}" type="parTrans" cxnId="{649653E6-FC95-42F7-844C-6781852EB741}">
      <dgm:prSet/>
      <dgm:spPr/>
      <dgm:t>
        <a:bodyPr/>
        <a:lstStyle/>
        <a:p>
          <a:endParaRPr lang="en-US"/>
        </a:p>
      </dgm:t>
    </dgm:pt>
    <dgm:pt modelId="{E345F2F9-B884-4D28-8F0C-50F6F9E47882}" type="sibTrans" cxnId="{649653E6-FC95-42F7-844C-6781852EB741}">
      <dgm:prSet/>
      <dgm:spPr/>
      <dgm:t>
        <a:bodyPr/>
        <a:lstStyle/>
        <a:p>
          <a:endParaRPr lang="en-US"/>
        </a:p>
      </dgm:t>
    </dgm:pt>
    <dgm:pt modelId="{49D2BCF3-97B4-49C9-94D9-A53C3A8B951B}">
      <dgm:prSet phldrT="[Text]" custT="1"/>
      <dgm:spPr/>
      <dgm:t>
        <a:bodyPr/>
        <a:lstStyle/>
        <a:p>
          <a:r>
            <a:rPr lang="id-ID" sz="1800" dirty="0"/>
            <a:t>Menurut </a:t>
          </a:r>
          <a:r>
            <a:rPr lang="id-ID" sz="1800" b="1" dirty="0"/>
            <a:t>Dillman (2000)</a:t>
          </a:r>
          <a:r>
            <a:rPr lang="id-ID" sz="1800" dirty="0"/>
            <a:t>, kuesioner yang efektif harus memenuhi dua kriteria penting: </a:t>
          </a:r>
          <a:r>
            <a:rPr lang="id-ID" sz="1800" b="1" dirty="0"/>
            <a:t>validitas</a:t>
          </a:r>
          <a:r>
            <a:rPr lang="id-ID" sz="1800" dirty="0"/>
            <a:t> dan </a:t>
          </a:r>
          <a:r>
            <a:rPr lang="id-ID" sz="1800" b="1" dirty="0"/>
            <a:t>reliabilitas</a:t>
          </a:r>
          <a:r>
            <a:rPr lang="id-ID" sz="1800" dirty="0"/>
            <a:t>. </a:t>
          </a:r>
          <a:r>
            <a:rPr lang="id-ID" sz="1800" b="1" dirty="0"/>
            <a:t>Validitas</a:t>
          </a:r>
          <a:r>
            <a:rPr lang="id-ID" sz="1800" dirty="0"/>
            <a:t> mengacu pada sejauh mana kuesioner mampu mengukur apa yang dimaksudkan untuk diukur—yaitu, faktor-faktor yang memengaruhi pemilihan moda transportasi. Sementara itu, </a:t>
          </a:r>
          <a:r>
            <a:rPr lang="id-ID" sz="1800" b="1" dirty="0"/>
            <a:t>reliabilitas</a:t>
          </a:r>
          <a:r>
            <a:rPr lang="id-ID" sz="1800" dirty="0"/>
            <a:t> mencerminkan konsistensi hasil yang akan diperoleh jika kuesioner yang sama digunakan berulang kali dalam kondisi yang sama</a:t>
          </a:r>
          <a:endParaRPr lang="en-US" sz="1800" dirty="0"/>
        </a:p>
      </dgm:t>
    </dgm:pt>
    <dgm:pt modelId="{E986A344-5CC9-4ED0-8C0F-3622FE2E1381}" type="parTrans" cxnId="{FA607C95-CAA2-4D0A-AC27-BBD216BEB4B0}">
      <dgm:prSet/>
      <dgm:spPr/>
      <dgm:t>
        <a:bodyPr/>
        <a:lstStyle/>
        <a:p>
          <a:endParaRPr lang="en-US"/>
        </a:p>
      </dgm:t>
    </dgm:pt>
    <dgm:pt modelId="{2584CEC9-39AB-4DCD-9105-4053672BC3A5}" type="sibTrans" cxnId="{FA607C95-CAA2-4D0A-AC27-BBD216BEB4B0}">
      <dgm:prSet/>
      <dgm:spPr/>
      <dgm:t>
        <a:bodyPr/>
        <a:lstStyle/>
        <a:p>
          <a:endParaRPr lang="en-US"/>
        </a:p>
      </dgm:t>
    </dgm:pt>
    <dgm:pt modelId="{EA78B3DA-C8E9-4B2E-9237-2B85EC3B9860}" type="pres">
      <dgm:prSet presAssocID="{C09DA131-3314-4ABE-A35C-1BE851EACCFE}" presName="vert0" presStyleCnt="0">
        <dgm:presLayoutVars>
          <dgm:dir/>
          <dgm:animOne val="branch"/>
          <dgm:animLvl val="lvl"/>
        </dgm:presLayoutVars>
      </dgm:prSet>
      <dgm:spPr/>
    </dgm:pt>
    <dgm:pt modelId="{0CB69B15-0BBB-4173-88E5-4AB3A06B376F}" type="pres">
      <dgm:prSet presAssocID="{10B73478-A08F-4326-AE43-A75902C8FE03}" presName="thickLine" presStyleLbl="alignNode1" presStyleIdx="0" presStyleCnt="1"/>
      <dgm:spPr/>
    </dgm:pt>
    <dgm:pt modelId="{54FCF351-B1C2-4095-AF69-4ADF57DF3E1C}" type="pres">
      <dgm:prSet presAssocID="{10B73478-A08F-4326-AE43-A75902C8FE03}" presName="horz1" presStyleCnt="0"/>
      <dgm:spPr/>
    </dgm:pt>
    <dgm:pt modelId="{D1F8D295-5843-49C6-92C3-46A5C7FA44BC}" type="pres">
      <dgm:prSet presAssocID="{10B73478-A08F-4326-AE43-A75902C8FE03}" presName="tx1" presStyleLbl="revTx" presStyleIdx="0" presStyleCnt="2"/>
      <dgm:spPr/>
    </dgm:pt>
    <dgm:pt modelId="{8E945DF5-46F2-42CB-9C77-B918E1520A04}" type="pres">
      <dgm:prSet presAssocID="{10B73478-A08F-4326-AE43-A75902C8FE03}" presName="vert1" presStyleCnt="0"/>
      <dgm:spPr/>
    </dgm:pt>
    <dgm:pt modelId="{49BB4A77-732C-4394-8ED4-8EBA540D76D7}" type="pres">
      <dgm:prSet presAssocID="{49D2BCF3-97B4-49C9-94D9-A53C3A8B951B}" presName="vertSpace2a" presStyleCnt="0"/>
      <dgm:spPr/>
    </dgm:pt>
    <dgm:pt modelId="{ABF73B4A-FC21-41FA-8F78-F3F7D14631B8}" type="pres">
      <dgm:prSet presAssocID="{49D2BCF3-97B4-49C9-94D9-A53C3A8B951B}" presName="horz2" presStyleCnt="0"/>
      <dgm:spPr/>
    </dgm:pt>
    <dgm:pt modelId="{DF28C6F4-0E54-401E-8512-32CD671D0711}" type="pres">
      <dgm:prSet presAssocID="{49D2BCF3-97B4-49C9-94D9-A53C3A8B951B}" presName="horzSpace2" presStyleCnt="0"/>
      <dgm:spPr/>
    </dgm:pt>
    <dgm:pt modelId="{72F71358-BE21-4854-A1A9-F2CBC3C2345A}" type="pres">
      <dgm:prSet presAssocID="{49D2BCF3-97B4-49C9-94D9-A53C3A8B951B}" presName="tx2" presStyleLbl="revTx" presStyleIdx="1" presStyleCnt="2"/>
      <dgm:spPr/>
    </dgm:pt>
    <dgm:pt modelId="{7AA9E38A-4B22-4FC5-9A12-7ADAA86ED4FA}" type="pres">
      <dgm:prSet presAssocID="{49D2BCF3-97B4-49C9-94D9-A53C3A8B951B}" presName="vert2" presStyleCnt="0"/>
      <dgm:spPr/>
    </dgm:pt>
    <dgm:pt modelId="{D82B3337-8518-495C-9E7D-491219D02F67}" type="pres">
      <dgm:prSet presAssocID="{49D2BCF3-97B4-49C9-94D9-A53C3A8B951B}" presName="thinLine2b" presStyleLbl="callout" presStyleIdx="0" presStyleCnt="1"/>
      <dgm:spPr/>
    </dgm:pt>
    <dgm:pt modelId="{A483BB5F-4EE7-48DD-BE11-01A616873BEF}" type="pres">
      <dgm:prSet presAssocID="{49D2BCF3-97B4-49C9-94D9-A53C3A8B951B}" presName="vertSpace2b" presStyleCnt="0"/>
      <dgm:spPr/>
    </dgm:pt>
  </dgm:ptLst>
  <dgm:cxnLst>
    <dgm:cxn modelId="{9ABD6304-B5CB-42A1-B095-F6D700F66DCC}" type="presOf" srcId="{49D2BCF3-97B4-49C9-94D9-A53C3A8B951B}" destId="{72F71358-BE21-4854-A1A9-F2CBC3C2345A}" srcOrd="0" destOrd="0" presId="urn:microsoft.com/office/officeart/2008/layout/LinedList"/>
    <dgm:cxn modelId="{86909E22-C8A3-4748-9CB4-5D38486EEC84}" type="presOf" srcId="{10B73478-A08F-4326-AE43-A75902C8FE03}" destId="{D1F8D295-5843-49C6-92C3-46A5C7FA44BC}" srcOrd="0" destOrd="0" presId="urn:microsoft.com/office/officeart/2008/layout/LinedList"/>
    <dgm:cxn modelId="{FA607C95-CAA2-4D0A-AC27-BBD216BEB4B0}" srcId="{10B73478-A08F-4326-AE43-A75902C8FE03}" destId="{49D2BCF3-97B4-49C9-94D9-A53C3A8B951B}" srcOrd="0" destOrd="0" parTransId="{E986A344-5CC9-4ED0-8C0F-3622FE2E1381}" sibTransId="{2584CEC9-39AB-4DCD-9105-4053672BC3A5}"/>
    <dgm:cxn modelId="{073E8E99-3D96-426E-B670-5743AB388059}" type="presOf" srcId="{C09DA131-3314-4ABE-A35C-1BE851EACCFE}" destId="{EA78B3DA-C8E9-4B2E-9237-2B85EC3B9860}" srcOrd="0" destOrd="0" presId="urn:microsoft.com/office/officeart/2008/layout/LinedList"/>
    <dgm:cxn modelId="{649653E6-FC95-42F7-844C-6781852EB741}" srcId="{C09DA131-3314-4ABE-A35C-1BE851EACCFE}" destId="{10B73478-A08F-4326-AE43-A75902C8FE03}" srcOrd="0" destOrd="0" parTransId="{BEBB733F-2560-4408-BB95-41926BC8E876}" sibTransId="{E345F2F9-B884-4D28-8F0C-50F6F9E47882}"/>
    <dgm:cxn modelId="{C4CE027D-5E46-445C-B26C-648AABA39C92}" type="presParOf" srcId="{EA78B3DA-C8E9-4B2E-9237-2B85EC3B9860}" destId="{0CB69B15-0BBB-4173-88E5-4AB3A06B376F}" srcOrd="0" destOrd="0" presId="urn:microsoft.com/office/officeart/2008/layout/LinedList"/>
    <dgm:cxn modelId="{815D7DF5-2D08-4FD1-B8D9-0DB997813A4E}" type="presParOf" srcId="{EA78B3DA-C8E9-4B2E-9237-2B85EC3B9860}" destId="{54FCF351-B1C2-4095-AF69-4ADF57DF3E1C}" srcOrd="1" destOrd="0" presId="urn:microsoft.com/office/officeart/2008/layout/LinedList"/>
    <dgm:cxn modelId="{6DED29ED-BBAF-4BD2-9FCF-AFD316B1CCAB}" type="presParOf" srcId="{54FCF351-B1C2-4095-AF69-4ADF57DF3E1C}" destId="{D1F8D295-5843-49C6-92C3-46A5C7FA44BC}" srcOrd="0" destOrd="0" presId="urn:microsoft.com/office/officeart/2008/layout/LinedList"/>
    <dgm:cxn modelId="{839CD1EE-C4E6-4573-AA0C-46610A5F23BC}" type="presParOf" srcId="{54FCF351-B1C2-4095-AF69-4ADF57DF3E1C}" destId="{8E945DF5-46F2-42CB-9C77-B918E1520A04}" srcOrd="1" destOrd="0" presId="urn:microsoft.com/office/officeart/2008/layout/LinedList"/>
    <dgm:cxn modelId="{4BB9058E-F0C6-4084-878E-E9756AF742DD}" type="presParOf" srcId="{8E945DF5-46F2-42CB-9C77-B918E1520A04}" destId="{49BB4A77-732C-4394-8ED4-8EBA540D76D7}" srcOrd="0" destOrd="0" presId="urn:microsoft.com/office/officeart/2008/layout/LinedList"/>
    <dgm:cxn modelId="{172EF3BB-AD48-4BB6-9F41-EA36A4FB0547}" type="presParOf" srcId="{8E945DF5-46F2-42CB-9C77-B918E1520A04}" destId="{ABF73B4A-FC21-41FA-8F78-F3F7D14631B8}" srcOrd="1" destOrd="0" presId="urn:microsoft.com/office/officeart/2008/layout/LinedList"/>
    <dgm:cxn modelId="{DE3028A7-E408-464B-BE9A-6209CB6AEFA8}" type="presParOf" srcId="{ABF73B4A-FC21-41FA-8F78-F3F7D14631B8}" destId="{DF28C6F4-0E54-401E-8512-32CD671D0711}" srcOrd="0" destOrd="0" presId="urn:microsoft.com/office/officeart/2008/layout/LinedList"/>
    <dgm:cxn modelId="{553A8289-2D77-429E-9BF5-31DEF7F1B575}" type="presParOf" srcId="{ABF73B4A-FC21-41FA-8F78-F3F7D14631B8}" destId="{72F71358-BE21-4854-A1A9-F2CBC3C2345A}" srcOrd="1" destOrd="0" presId="urn:microsoft.com/office/officeart/2008/layout/LinedList"/>
    <dgm:cxn modelId="{48C83BF2-8665-4DAE-B4F2-3BA0D2218D9E}" type="presParOf" srcId="{ABF73B4A-FC21-41FA-8F78-F3F7D14631B8}" destId="{7AA9E38A-4B22-4FC5-9A12-7ADAA86ED4FA}" srcOrd="2" destOrd="0" presId="urn:microsoft.com/office/officeart/2008/layout/LinedList"/>
    <dgm:cxn modelId="{4FEFAF7D-F0CF-4509-8E83-8F92E86BD4B1}" type="presParOf" srcId="{8E945DF5-46F2-42CB-9C77-B918E1520A04}" destId="{D82B3337-8518-495C-9E7D-491219D02F67}" srcOrd="2" destOrd="0" presId="urn:microsoft.com/office/officeart/2008/layout/LinedList"/>
    <dgm:cxn modelId="{76C7C91D-C994-49C0-8425-E3EFFCE5B558}" type="presParOf" srcId="{8E945DF5-46F2-42CB-9C77-B918E1520A04}" destId="{A483BB5F-4EE7-48DD-BE11-01A616873BEF}" srcOrd="3"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9DA131-3314-4ABE-A35C-1BE851EACCF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0B73478-A08F-4326-AE43-A75902C8FE03}">
      <dgm:prSet phldrT="[Text]"/>
      <dgm:spPr/>
      <dgm:t>
        <a:bodyPr/>
        <a:lstStyle/>
        <a:p>
          <a:r>
            <a:rPr lang="id-ID" b="1" dirty="0"/>
            <a:t>Uji Coba Kuesioner</a:t>
          </a:r>
          <a:endParaRPr lang="en-US" dirty="0"/>
        </a:p>
      </dgm:t>
    </dgm:pt>
    <dgm:pt modelId="{BEBB733F-2560-4408-BB95-41926BC8E876}" type="parTrans" cxnId="{649653E6-FC95-42F7-844C-6781852EB741}">
      <dgm:prSet/>
      <dgm:spPr/>
      <dgm:t>
        <a:bodyPr/>
        <a:lstStyle/>
        <a:p>
          <a:endParaRPr lang="en-US"/>
        </a:p>
      </dgm:t>
    </dgm:pt>
    <dgm:pt modelId="{E345F2F9-B884-4D28-8F0C-50F6F9E47882}" type="sibTrans" cxnId="{649653E6-FC95-42F7-844C-6781852EB741}">
      <dgm:prSet/>
      <dgm:spPr/>
      <dgm:t>
        <a:bodyPr/>
        <a:lstStyle/>
        <a:p>
          <a:endParaRPr lang="en-US"/>
        </a:p>
      </dgm:t>
    </dgm:pt>
    <dgm:pt modelId="{49D2BCF3-97B4-49C9-94D9-A53C3A8B951B}">
      <dgm:prSet phldrT="[Text]" custT="1"/>
      <dgm:spPr/>
      <dgm:t>
        <a:bodyPr/>
        <a:lstStyle/>
        <a:p>
          <a:r>
            <a:rPr lang="id-ID" sz="1800" dirty="0"/>
            <a:t>Proses </a:t>
          </a:r>
          <a:r>
            <a:rPr lang="id-ID" sz="1800" b="1" dirty="0"/>
            <a:t>uji coba kuesioner</a:t>
          </a:r>
          <a:r>
            <a:rPr lang="id-ID" sz="1800" dirty="0"/>
            <a:t> akan dilakukan pada sampel kecil yang representatif dari populasi pengguna transportasi umum di wilayah Cimahi. Uji coba ini bertujuan untuk mengidentifikasi masalah potensial, seperti </a:t>
          </a:r>
          <a:r>
            <a:rPr lang="id-ID" sz="1800" b="1" dirty="0"/>
            <a:t>ketidakjelasan pertanyaan</a:t>
          </a:r>
          <a:r>
            <a:rPr lang="id-ID" sz="1800" dirty="0"/>
            <a:t>, </a:t>
          </a:r>
          <a:r>
            <a:rPr lang="id-ID" sz="1800" b="1" dirty="0"/>
            <a:t>bias jawaban</a:t>
          </a:r>
          <a:r>
            <a:rPr lang="id-ID" sz="1800" dirty="0"/>
            <a:t>, atau </a:t>
          </a:r>
          <a:r>
            <a:rPr lang="id-ID" sz="1800" b="1" dirty="0"/>
            <a:t>ambiguitas</a:t>
          </a:r>
          <a:r>
            <a:rPr lang="id-ID" sz="1800" dirty="0"/>
            <a:t>, yang dapat memengaruhi validitas dan reliabilitas data. </a:t>
          </a:r>
          <a:endParaRPr lang="en-US" sz="1800" dirty="0"/>
        </a:p>
      </dgm:t>
    </dgm:pt>
    <dgm:pt modelId="{E986A344-5CC9-4ED0-8C0F-3622FE2E1381}" type="parTrans" cxnId="{FA607C95-CAA2-4D0A-AC27-BBD216BEB4B0}">
      <dgm:prSet/>
      <dgm:spPr/>
      <dgm:t>
        <a:bodyPr/>
        <a:lstStyle/>
        <a:p>
          <a:endParaRPr lang="en-US"/>
        </a:p>
      </dgm:t>
    </dgm:pt>
    <dgm:pt modelId="{2584CEC9-39AB-4DCD-9105-4053672BC3A5}" type="sibTrans" cxnId="{FA607C95-CAA2-4D0A-AC27-BBD216BEB4B0}">
      <dgm:prSet/>
      <dgm:spPr/>
      <dgm:t>
        <a:bodyPr/>
        <a:lstStyle/>
        <a:p>
          <a:endParaRPr lang="en-US"/>
        </a:p>
      </dgm:t>
    </dgm:pt>
    <dgm:pt modelId="{EA78B3DA-C8E9-4B2E-9237-2B85EC3B9860}" type="pres">
      <dgm:prSet presAssocID="{C09DA131-3314-4ABE-A35C-1BE851EACCFE}" presName="vert0" presStyleCnt="0">
        <dgm:presLayoutVars>
          <dgm:dir/>
          <dgm:animOne val="branch"/>
          <dgm:animLvl val="lvl"/>
        </dgm:presLayoutVars>
      </dgm:prSet>
      <dgm:spPr/>
    </dgm:pt>
    <dgm:pt modelId="{0CB69B15-0BBB-4173-88E5-4AB3A06B376F}" type="pres">
      <dgm:prSet presAssocID="{10B73478-A08F-4326-AE43-A75902C8FE03}" presName="thickLine" presStyleLbl="alignNode1" presStyleIdx="0" presStyleCnt="1"/>
      <dgm:spPr/>
    </dgm:pt>
    <dgm:pt modelId="{54FCF351-B1C2-4095-AF69-4ADF57DF3E1C}" type="pres">
      <dgm:prSet presAssocID="{10B73478-A08F-4326-AE43-A75902C8FE03}" presName="horz1" presStyleCnt="0"/>
      <dgm:spPr/>
    </dgm:pt>
    <dgm:pt modelId="{D1F8D295-5843-49C6-92C3-46A5C7FA44BC}" type="pres">
      <dgm:prSet presAssocID="{10B73478-A08F-4326-AE43-A75902C8FE03}" presName="tx1" presStyleLbl="revTx" presStyleIdx="0" presStyleCnt="2"/>
      <dgm:spPr/>
    </dgm:pt>
    <dgm:pt modelId="{8E945DF5-46F2-42CB-9C77-B918E1520A04}" type="pres">
      <dgm:prSet presAssocID="{10B73478-A08F-4326-AE43-A75902C8FE03}" presName="vert1" presStyleCnt="0"/>
      <dgm:spPr/>
    </dgm:pt>
    <dgm:pt modelId="{49BB4A77-732C-4394-8ED4-8EBA540D76D7}" type="pres">
      <dgm:prSet presAssocID="{49D2BCF3-97B4-49C9-94D9-A53C3A8B951B}" presName="vertSpace2a" presStyleCnt="0"/>
      <dgm:spPr/>
    </dgm:pt>
    <dgm:pt modelId="{ABF73B4A-FC21-41FA-8F78-F3F7D14631B8}" type="pres">
      <dgm:prSet presAssocID="{49D2BCF3-97B4-49C9-94D9-A53C3A8B951B}" presName="horz2" presStyleCnt="0"/>
      <dgm:spPr/>
    </dgm:pt>
    <dgm:pt modelId="{DF28C6F4-0E54-401E-8512-32CD671D0711}" type="pres">
      <dgm:prSet presAssocID="{49D2BCF3-97B4-49C9-94D9-A53C3A8B951B}" presName="horzSpace2" presStyleCnt="0"/>
      <dgm:spPr/>
    </dgm:pt>
    <dgm:pt modelId="{72F71358-BE21-4854-A1A9-F2CBC3C2345A}" type="pres">
      <dgm:prSet presAssocID="{49D2BCF3-97B4-49C9-94D9-A53C3A8B951B}" presName="tx2" presStyleLbl="revTx" presStyleIdx="1" presStyleCnt="2"/>
      <dgm:spPr/>
    </dgm:pt>
    <dgm:pt modelId="{7AA9E38A-4B22-4FC5-9A12-7ADAA86ED4FA}" type="pres">
      <dgm:prSet presAssocID="{49D2BCF3-97B4-49C9-94D9-A53C3A8B951B}" presName="vert2" presStyleCnt="0"/>
      <dgm:spPr/>
    </dgm:pt>
    <dgm:pt modelId="{D82B3337-8518-495C-9E7D-491219D02F67}" type="pres">
      <dgm:prSet presAssocID="{49D2BCF3-97B4-49C9-94D9-A53C3A8B951B}" presName="thinLine2b" presStyleLbl="callout" presStyleIdx="0" presStyleCnt="1"/>
      <dgm:spPr/>
    </dgm:pt>
    <dgm:pt modelId="{A483BB5F-4EE7-48DD-BE11-01A616873BEF}" type="pres">
      <dgm:prSet presAssocID="{49D2BCF3-97B4-49C9-94D9-A53C3A8B951B}" presName="vertSpace2b" presStyleCnt="0"/>
      <dgm:spPr/>
    </dgm:pt>
  </dgm:ptLst>
  <dgm:cxnLst>
    <dgm:cxn modelId="{9ABD6304-B5CB-42A1-B095-F6D700F66DCC}" type="presOf" srcId="{49D2BCF3-97B4-49C9-94D9-A53C3A8B951B}" destId="{72F71358-BE21-4854-A1A9-F2CBC3C2345A}" srcOrd="0" destOrd="0" presId="urn:microsoft.com/office/officeart/2008/layout/LinedList"/>
    <dgm:cxn modelId="{86909E22-C8A3-4748-9CB4-5D38486EEC84}" type="presOf" srcId="{10B73478-A08F-4326-AE43-A75902C8FE03}" destId="{D1F8D295-5843-49C6-92C3-46A5C7FA44BC}" srcOrd="0" destOrd="0" presId="urn:microsoft.com/office/officeart/2008/layout/LinedList"/>
    <dgm:cxn modelId="{FA607C95-CAA2-4D0A-AC27-BBD216BEB4B0}" srcId="{10B73478-A08F-4326-AE43-A75902C8FE03}" destId="{49D2BCF3-97B4-49C9-94D9-A53C3A8B951B}" srcOrd="0" destOrd="0" parTransId="{E986A344-5CC9-4ED0-8C0F-3622FE2E1381}" sibTransId="{2584CEC9-39AB-4DCD-9105-4053672BC3A5}"/>
    <dgm:cxn modelId="{073E8E99-3D96-426E-B670-5743AB388059}" type="presOf" srcId="{C09DA131-3314-4ABE-A35C-1BE851EACCFE}" destId="{EA78B3DA-C8E9-4B2E-9237-2B85EC3B9860}" srcOrd="0" destOrd="0" presId="urn:microsoft.com/office/officeart/2008/layout/LinedList"/>
    <dgm:cxn modelId="{649653E6-FC95-42F7-844C-6781852EB741}" srcId="{C09DA131-3314-4ABE-A35C-1BE851EACCFE}" destId="{10B73478-A08F-4326-AE43-A75902C8FE03}" srcOrd="0" destOrd="0" parTransId="{BEBB733F-2560-4408-BB95-41926BC8E876}" sibTransId="{E345F2F9-B884-4D28-8F0C-50F6F9E47882}"/>
    <dgm:cxn modelId="{C4CE027D-5E46-445C-B26C-648AABA39C92}" type="presParOf" srcId="{EA78B3DA-C8E9-4B2E-9237-2B85EC3B9860}" destId="{0CB69B15-0BBB-4173-88E5-4AB3A06B376F}" srcOrd="0" destOrd="0" presId="urn:microsoft.com/office/officeart/2008/layout/LinedList"/>
    <dgm:cxn modelId="{815D7DF5-2D08-4FD1-B8D9-0DB997813A4E}" type="presParOf" srcId="{EA78B3DA-C8E9-4B2E-9237-2B85EC3B9860}" destId="{54FCF351-B1C2-4095-AF69-4ADF57DF3E1C}" srcOrd="1" destOrd="0" presId="urn:microsoft.com/office/officeart/2008/layout/LinedList"/>
    <dgm:cxn modelId="{6DED29ED-BBAF-4BD2-9FCF-AFD316B1CCAB}" type="presParOf" srcId="{54FCF351-B1C2-4095-AF69-4ADF57DF3E1C}" destId="{D1F8D295-5843-49C6-92C3-46A5C7FA44BC}" srcOrd="0" destOrd="0" presId="urn:microsoft.com/office/officeart/2008/layout/LinedList"/>
    <dgm:cxn modelId="{839CD1EE-C4E6-4573-AA0C-46610A5F23BC}" type="presParOf" srcId="{54FCF351-B1C2-4095-AF69-4ADF57DF3E1C}" destId="{8E945DF5-46F2-42CB-9C77-B918E1520A04}" srcOrd="1" destOrd="0" presId="urn:microsoft.com/office/officeart/2008/layout/LinedList"/>
    <dgm:cxn modelId="{4BB9058E-F0C6-4084-878E-E9756AF742DD}" type="presParOf" srcId="{8E945DF5-46F2-42CB-9C77-B918E1520A04}" destId="{49BB4A77-732C-4394-8ED4-8EBA540D76D7}" srcOrd="0" destOrd="0" presId="urn:microsoft.com/office/officeart/2008/layout/LinedList"/>
    <dgm:cxn modelId="{172EF3BB-AD48-4BB6-9F41-EA36A4FB0547}" type="presParOf" srcId="{8E945DF5-46F2-42CB-9C77-B918E1520A04}" destId="{ABF73B4A-FC21-41FA-8F78-F3F7D14631B8}" srcOrd="1" destOrd="0" presId="urn:microsoft.com/office/officeart/2008/layout/LinedList"/>
    <dgm:cxn modelId="{DE3028A7-E408-464B-BE9A-6209CB6AEFA8}" type="presParOf" srcId="{ABF73B4A-FC21-41FA-8F78-F3F7D14631B8}" destId="{DF28C6F4-0E54-401E-8512-32CD671D0711}" srcOrd="0" destOrd="0" presId="urn:microsoft.com/office/officeart/2008/layout/LinedList"/>
    <dgm:cxn modelId="{553A8289-2D77-429E-9BF5-31DEF7F1B575}" type="presParOf" srcId="{ABF73B4A-FC21-41FA-8F78-F3F7D14631B8}" destId="{72F71358-BE21-4854-A1A9-F2CBC3C2345A}" srcOrd="1" destOrd="0" presId="urn:microsoft.com/office/officeart/2008/layout/LinedList"/>
    <dgm:cxn modelId="{48C83BF2-8665-4DAE-B4F2-3BA0D2218D9E}" type="presParOf" srcId="{ABF73B4A-FC21-41FA-8F78-F3F7D14631B8}" destId="{7AA9E38A-4B22-4FC5-9A12-7ADAA86ED4FA}" srcOrd="2" destOrd="0" presId="urn:microsoft.com/office/officeart/2008/layout/LinedList"/>
    <dgm:cxn modelId="{4FEFAF7D-F0CF-4509-8E83-8F92E86BD4B1}" type="presParOf" srcId="{8E945DF5-46F2-42CB-9C77-B918E1520A04}" destId="{D82B3337-8518-495C-9E7D-491219D02F67}" srcOrd="2" destOrd="0" presId="urn:microsoft.com/office/officeart/2008/layout/LinedList"/>
    <dgm:cxn modelId="{76C7C91D-C994-49C0-8425-E3EFFCE5B558}" type="presParOf" srcId="{8E945DF5-46F2-42CB-9C77-B918E1520A04}" destId="{A483BB5F-4EE7-48DD-BE11-01A616873BEF}"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09DA131-3314-4ABE-A35C-1BE851EACCF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0B73478-A08F-4326-AE43-A75902C8FE03}">
      <dgm:prSet phldrT="[Text]"/>
      <dgm:spPr/>
      <dgm:t>
        <a:bodyPr/>
        <a:lstStyle/>
        <a:p>
          <a:r>
            <a:rPr lang="id-ID" b="1" dirty="0"/>
            <a:t>Penyebaran Kuesioner dan Pengambilan Sampel</a:t>
          </a:r>
          <a:endParaRPr lang="en-US" dirty="0"/>
        </a:p>
      </dgm:t>
    </dgm:pt>
    <dgm:pt modelId="{BEBB733F-2560-4408-BB95-41926BC8E876}" type="parTrans" cxnId="{649653E6-FC95-42F7-844C-6781852EB741}">
      <dgm:prSet/>
      <dgm:spPr/>
      <dgm:t>
        <a:bodyPr/>
        <a:lstStyle/>
        <a:p>
          <a:endParaRPr lang="en-US"/>
        </a:p>
      </dgm:t>
    </dgm:pt>
    <dgm:pt modelId="{E345F2F9-B884-4D28-8F0C-50F6F9E47882}" type="sibTrans" cxnId="{649653E6-FC95-42F7-844C-6781852EB741}">
      <dgm:prSet/>
      <dgm:spPr/>
      <dgm:t>
        <a:bodyPr/>
        <a:lstStyle/>
        <a:p>
          <a:endParaRPr lang="en-US"/>
        </a:p>
      </dgm:t>
    </dgm:pt>
    <dgm:pt modelId="{49D2BCF3-97B4-49C9-94D9-A53C3A8B951B}">
      <dgm:prSet phldrT="[Text]" custT="1"/>
      <dgm:spPr/>
      <dgm:t>
        <a:bodyPr/>
        <a:lstStyle/>
        <a:p>
          <a:r>
            <a:rPr lang="id-ID" sz="1800" dirty="0"/>
            <a:t>Setelah kuesioner diuji dan disempurnakan, instrumen tersebut akan disebarkan kepada </a:t>
          </a:r>
          <a:r>
            <a:rPr lang="id-ID" sz="1800" b="1" dirty="0"/>
            <a:t>400 responden</a:t>
          </a:r>
          <a:r>
            <a:rPr lang="id-ID" sz="1800" dirty="0"/>
            <a:t> yang dipilih melalui </a:t>
          </a:r>
          <a:r>
            <a:rPr lang="id-ID" sz="1800" b="1" dirty="0"/>
            <a:t>stratified random sampling</a:t>
          </a:r>
          <a:r>
            <a:rPr lang="id-ID" sz="1800" dirty="0"/>
            <a:t>. Teknik pengambilan sampel ini memastikan bahwa setiap kelompok demografis dalam populasi pengguna transportasi umum di Cimahi terwakili secara proporsional, sehingga data yang dikumpulkan mencerminkan persepsi dan perilaku seluruh pengguna.</a:t>
          </a:r>
          <a:endParaRPr lang="en-US" sz="1800" dirty="0"/>
        </a:p>
      </dgm:t>
    </dgm:pt>
    <dgm:pt modelId="{E986A344-5CC9-4ED0-8C0F-3622FE2E1381}" type="parTrans" cxnId="{FA607C95-CAA2-4D0A-AC27-BBD216BEB4B0}">
      <dgm:prSet/>
      <dgm:spPr/>
      <dgm:t>
        <a:bodyPr/>
        <a:lstStyle/>
        <a:p>
          <a:endParaRPr lang="en-US"/>
        </a:p>
      </dgm:t>
    </dgm:pt>
    <dgm:pt modelId="{2584CEC9-39AB-4DCD-9105-4053672BC3A5}" type="sibTrans" cxnId="{FA607C95-CAA2-4D0A-AC27-BBD216BEB4B0}">
      <dgm:prSet/>
      <dgm:spPr/>
      <dgm:t>
        <a:bodyPr/>
        <a:lstStyle/>
        <a:p>
          <a:endParaRPr lang="en-US"/>
        </a:p>
      </dgm:t>
    </dgm:pt>
    <dgm:pt modelId="{EA78B3DA-C8E9-4B2E-9237-2B85EC3B9860}" type="pres">
      <dgm:prSet presAssocID="{C09DA131-3314-4ABE-A35C-1BE851EACCFE}" presName="vert0" presStyleCnt="0">
        <dgm:presLayoutVars>
          <dgm:dir/>
          <dgm:animOne val="branch"/>
          <dgm:animLvl val="lvl"/>
        </dgm:presLayoutVars>
      </dgm:prSet>
      <dgm:spPr/>
    </dgm:pt>
    <dgm:pt modelId="{0CB69B15-0BBB-4173-88E5-4AB3A06B376F}" type="pres">
      <dgm:prSet presAssocID="{10B73478-A08F-4326-AE43-A75902C8FE03}" presName="thickLine" presStyleLbl="alignNode1" presStyleIdx="0" presStyleCnt="1"/>
      <dgm:spPr/>
    </dgm:pt>
    <dgm:pt modelId="{54FCF351-B1C2-4095-AF69-4ADF57DF3E1C}" type="pres">
      <dgm:prSet presAssocID="{10B73478-A08F-4326-AE43-A75902C8FE03}" presName="horz1" presStyleCnt="0"/>
      <dgm:spPr/>
    </dgm:pt>
    <dgm:pt modelId="{D1F8D295-5843-49C6-92C3-46A5C7FA44BC}" type="pres">
      <dgm:prSet presAssocID="{10B73478-A08F-4326-AE43-A75902C8FE03}" presName="tx1" presStyleLbl="revTx" presStyleIdx="0" presStyleCnt="2"/>
      <dgm:spPr/>
    </dgm:pt>
    <dgm:pt modelId="{8E945DF5-46F2-42CB-9C77-B918E1520A04}" type="pres">
      <dgm:prSet presAssocID="{10B73478-A08F-4326-AE43-A75902C8FE03}" presName="vert1" presStyleCnt="0"/>
      <dgm:spPr/>
    </dgm:pt>
    <dgm:pt modelId="{49BB4A77-732C-4394-8ED4-8EBA540D76D7}" type="pres">
      <dgm:prSet presAssocID="{49D2BCF3-97B4-49C9-94D9-A53C3A8B951B}" presName="vertSpace2a" presStyleCnt="0"/>
      <dgm:spPr/>
    </dgm:pt>
    <dgm:pt modelId="{ABF73B4A-FC21-41FA-8F78-F3F7D14631B8}" type="pres">
      <dgm:prSet presAssocID="{49D2BCF3-97B4-49C9-94D9-A53C3A8B951B}" presName="horz2" presStyleCnt="0"/>
      <dgm:spPr/>
    </dgm:pt>
    <dgm:pt modelId="{DF28C6F4-0E54-401E-8512-32CD671D0711}" type="pres">
      <dgm:prSet presAssocID="{49D2BCF3-97B4-49C9-94D9-A53C3A8B951B}" presName="horzSpace2" presStyleCnt="0"/>
      <dgm:spPr/>
    </dgm:pt>
    <dgm:pt modelId="{72F71358-BE21-4854-A1A9-F2CBC3C2345A}" type="pres">
      <dgm:prSet presAssocID="{49D2BCF3-97B4-49C9-94D9-A53C3A8B951B}" presName="tx2" presStyleLbl="revTx" presStyleIdx="1" presStyleCnt="2"/>
      <dgm:spPr/>
    </dgm:pt>
    <dgm:pt modelId="{7AA9E38A-4B22-4FC5-9A12-7ADAA86ED4FA}" type="pres">
      <dgm:prSet presAssocID="{49D2BCF3-97B4-49C9-94D9-A53C3A8B951B}" presName="vert2" presStyleCnt="0"/>
      <dgm:spPr/>
    </dgm:pt>
    <dgm:pt modelId="{D82B3337-8518-495C-9E7D-491219D02F67}" type="pres">
      <dgm:prSet presAssocID="{49D2BCF3-97B4-49C9-94D9-A53C3A8B951B}" presName="thinLine2b" presStyleLbl="callout" presStyleIdx="0" presStyleCnt="1"/>
      <dgm:spPr/>
    </dgm:pt>
    <dgm:pt modelId="{A483BB5F-4EE7-48DD-BE11-01A616873BEF}" type="pres">
      <dgm:prSet presAssocID="{49D2BCF3-97B4-49C9-94D9-A53C3A8B951B}" presName="vertSpace2b" presStyleCnt="0"/>
      <dgm:spPr/>
    </dgm:pt>
  </dgm:ptLst>
  <dgm:cxnLst>
    <dgm:cxn modelId="{9ABD6304-B5CB-42A1-B095-F6D700F66DCC}" type="presOf" srcId="{49D2BCF3-97B4-49C9-94D9-A53C3A8B951B}" destId="{72F71358-BE21-4854-A1A9-F2CBC3C2345A}" srcOrd="0" destOrd="0" presId="urn:microsoft.com/office/officeart/2008/layout/LinedList"/>
    <dgm:cxn modelId="{86909E22-C8A3-4748-9CB4-5D38486EEC84}" type="presOf" srcId="{10B73478-A08F-4326-AE43-A75902C8FE03}" destId="{D1F8D295-5843-49C6-92C3-46A5C7FA44BC}" srcOrd="0" destOrd="0" presId="urn:microsoft.com/office/officeart/2008/layout/LinedList"/>
    <dgm:cxn modelId="{FA607C95-CAA2-4D0A-AC27-BBD216BEB4B0}" srcId="{10B73478-A08F-4326-AE43-A75902C8FE03}" destId="{49D2BCF3-97B4-49C9-94D9-A53C3A8B951B}" srcOrd="0" destOrd="0" parTransId="{E986A344-5CC9-4ED0-8C0F-3622FE2E1381}" sibTransId="{2584CEC9-39AB-4DCD-9105-4053672BC3A5}"/>
    <dgm:cxn modelId="{073E8E99-3D96-426E-B670-5743AB388059}" type="presOf" srcId="{C09DA131-3314-4ABE-A35C-1BE851EACCFE}" destId="{EA78B3DA-C8E9-4B2E-9237-2B85EC3B9860}" srcOrd="0" destOrd="0" presId="urn:microsoft.com/office/officeart/2008/layout/LinedList"/>
    <dgm:cxn modelId="{649653E6-FC95-42F7-844C-6781852EB741}" srcId="{C09DA131-3314-4ABE-A35C-1BE851EACCFE}" destId="{10B73478-A08F-4326-AE43-A75902C8FE03}" srcOrd="0" destOrd="0" parTransId="{BEBB733F-2560-4408-BB95-41926BC8E876}" sibTransId="{E345F2F9-B884-4D28-8F0C-50F6F9E47882}"/>
    <dgm:cxn modelId="{C4CE027D-5E46-445C-B26C-648AABA39C92}" type="presParOf" srcId="{EA78B3DA-C8E9-4B2E-9237-2B85EC3B9860}" destId="{0CB69B15-0BBB-4173-88E5-4AB3A06B376F}" srcOrd="0" destOrd="0" presId="urn:microsoft.com/office/officeart/2008/layout/LinedList"/>
    <dgm:cxn modelId="{815D7DF5-2D08-4FD1-B8D9-0DB997813A4E}" type="presParOf" srcId="{EA78B3DA-C8E9-4B2E-9237-2B85EC3B9860}" destId="{54FCF351-B1C2-4095-AF69-4ADF57DF3E1C}" srcOrd="1" destOrd="0" presId="urn:microsoft.com/office/officeart/2008/layout/LinedList"/>
    <dgm:cxn modelId="{6DED29ED-BBAF-4BD2-9FCF-AFD316B1CCAB}" type="presParOf" srcId="{54FCF351-B1C2-4095-AF69-4ADF57DF3E1C}" destId="{D1F8D295-5843-49C6-92C3-46A5C7FA44BC}" srcOrd="0" destOrd="0" presId="urn:microsoft.com/office/officeart/2008/layout/LinedList"/>
    <dgm:cxn modelId="{839CD1EE-C4E6-4573-AA0C-46610A5F23BC}" type="presParOf" srcId="{54FCF351-B1C2-4095-AF69-4ADF57DF3E1C}" destId="{8E945DF5-46F2-42CB-9C77-B918E1520A04}" srcOrd="1" destOrd="0" presId="urn:microsoft.com/office/officeart/2008/layout/LinedList"/>
    <dgm:cxn modelId="{4BB9058E-F0C6-4084-878E-E9756AF742DD}" type="presParOf" srcId="{8E945DF5-46F2-42CB-9C77-B918E1520A04}" destId="{49BB4A77-732C-4394-8ED4-8EBA540D76D7}" srcOrd="0" destOrd="0" presId="urn:microsoft.com/office/officeart/2008/layout/LinedList"/>
    <dgm:cxn modelId="{172EF3BB-AD48-4BB6-9F41-EA36A4FB0547}" type="presParOf" srcId="{8E945DF5-46F2-42CB-9C77-B918E1520A04}" destId="{ABF73B4A-FC21-41FA-8F78-F3F7D14631B8}" srcOrd="1" destOrd="0" presId="urn:microsoft.com/office/officeart/2008/layout/LinedList"/>
    <dgm:cxn modelId="{DE3028A7-E408-464B-BE9A-6209CB6AEFA8}" type="presParOf" srcId="{ABF73B4A-FC21-41FA-8F78-F3F7D14631B8}" destId="{DF28C6F4-0E54-401E-8512-32CD671D0711}" srcOrd="0" destOrd="0" presId="urn:microsoft.com/office/officeart/2008/layout/LinedList"/>
    <dgm:cxn modelId="{553A8289-2D77-429E-9BF5-31DEF7F1B575}" type="presParOf" srcId="{ABF73B4A-FC21-41FA-8F78-F3F7D14631B8}" destId="{72F71358-BE21-4854-A1A9-F2CBC3C2345A}" srcOrd="1" destOrd="0" presId="urn:microsoft.com/office/officeart/2008/layout/LinedList"/>
    <dgm:cxn modelId="{48C83BF2-8665-4DAE-B4F2-3BA0D2218D9E}" type="presParOf" srcId="{ABF73B4A-FC21-41FA-8F78-F3F7D14631B8}" destId="{7AA9E38A-4B22-4FC5-9A12-7ADAA86ED4FA}" srcOrd="2" destOrd="0" presId="urn:microsoft.com/office/officeart/2008/layout/LinedList"/>
    <dgm:cxn modelId="{4FEFAF7D-F0CF-4509-8E83-8F92E86BD4B1}" type="presParOf" srcId="{8E945DF5-46F2-42CB-9C77-B918E1520A04}" destId="{D82B3337-8518-495C-9E7D-491219D02F67}" srcOrd="2" destOrd="0" presId="urn:microsoft.com/office/officeart/2008/layout/LinedList"/>
    <dgm:cxn modelId="{76C7C91D-C994-49C0-8425-E3EFFCE5B558}" type="presParOf" srcId="{8E945DF5-46F2-42CB-9C77-B918E1520A04}" destId="{A483BB5F-4EE7-48DD-BE11-01A616873BEF}" srcOrd="3"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ECECE29-02AA-4523-BF3A-6CBFA39C23D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9D0B67B9-F7AE-4B85-AA5D-4546D70B47D7}">
      <dgm:prSet phldrT="[Text]"/>
      <dgm:spPr/>
      <dgm:t>
        <a:bodyPr/>
        <a:lstStyle/>
        <a:p>
          <a:r>
            <a:rPr lang="en-US" dirty="0" err="1"/>
            <a:t>Analisis</a:t>
          </a:r>
          <a:r>
            <a:rPr lang="en-US" dirty="0"/>
            <a:t> Data </a:t>
          </a:r>
        </a:p>
      </dgm:t>
    </dgm:pt>
    <dgm:pt modelId="{F8F7650A-3488-4DE5-B6A1-0B2D05AAC170}" type="parTrans" cxnId="{D312CCCA-8A5F-41AA-95FA-989A92D3E577}">
      <dgm:prSet/>
      <dgm:spPr/>
      <dgm:t>
        <a:bodyPr/>
        <a:lstStyle/>
        <a:p>
          <a:endParaRPr lang="en-US"/>
        </a:p>
      </dgm:t>
    </dgm:pt>
    <dgm:pt modelId="{9ED2BDB8-AE05-403E-9F77-3832EA21D7A6}" type="sibTrans" cxnId="{D312CCCA-8A5F-41AA-95FA-989A92D3E577}">
      <dgm:prSet/>
      <dgm:spPr/>
      <dgm:t>
        <a:bodyPr/>
        <a:lstStyle/>
        <a:p>
          <a:endParaRPr lang="en-US"/>
        </a:p>
      </dgm:t>
    </dgm:pt>
    <dgm:pt modelId="{2A60008C-D63D-4375-AD09-8D0F9A4E3DA4}">
      <dgm:prSet phldrT="[Text]"/>
      <dgm:spPr/>
      <dgm:t>
        <a:bodyPr/>
        <a:lstStyle/>
        <a:p>
          <a:r>
            <a:rPr lang="id-ID" b="1" dirty="0"/>
            <a:t>Deskriptif Statistik</a:t>
          </a:r>
          <a:endParaRPr lang="en-US" b="1" dirty="0"/>
        </a:p>
        <a:p>
          <a:r>
            <a:rPr lang="id-ID" dirty="0"/>
            <a:t>Langkah pertama dalam analisis adalah </a:t>
          </a:r>
          <a:r>
            <a:rPr lang="id-ID" b="1" dirty="0"/>
            <a:t>statistik deskriptif</a:t>
          </a:r>
          <a:r>
            <a:rPr lang="id-ID" dirty="0"/>
            <a:t>, yang bertujuan untuk memberikan gambaran umum tentang karakteristik responden. Statistik deskriptif mencakup berbagai ukuran seperti rata-rata, median, standar deviasi, serta distribusi frekuensi dari variabel-variabel yang ada, seperti usia, jenis kelamin, pendapatan, dan frekuensi penggunaan moda transportasi</a:t>
          </a:r>
          <a:endParaRPr lang="en-US" b="0" dirty="0"/>
        </a:p>
      </dgm:t>
    </dgm:pt>
    <dgm:pt modelId="{098DA58D-7631-4DF1-99D0-664FE341DB72}" type="parTrans" cxnId="{839CF328-CC6D-4DC9-83B7-B854C5287560}">
      <dgm:prSet/>
      <dgm:spPr/>
      <dgm:t>
        <a:bodyPr/>
        <a:lstStyle/>
        <a:p>
          <a:endParaRPr lang="en-US"/>
        </a:p>
      </dgm:t>
    </dgm:pt>
    <dgm:pt modelId="{08FD88EB-99CE-44C8-A07E-F001265C827A}" type="sibTrans" cxnId="{839CF328-CC6D-4DC9-83B7-B854C5287560}">
      <dgm:prSet/>
      <dgm:spPr/>
      <dgm:t>
        <a:bodyPr/>
        <a:lstStyle/>
        <a:p>
          <a:endParaRPr lang="en-US"/>
        </a:p>
      </dgm:t>
    </dgm:pt>
    <dgm:pt modelId="{70E6CD92-CFBC-4656-AA95-DC0625EE3D03}">
      <dgm:prSet phldrT="[Text]"/>
      <dgm:spPr/>
      <dgm:t>
        <a:bodyPr/>
        <a:lstStyle/>
        <a:p>
          <a:r>
            <a:rPr lang="id-ID" b="1" dirty="0"/>
            <a:t>Model Pilihan Diskrit</a:t>
          </a:r>
          <a:endParaRPr lang="en-US" b="1" dirty="0"/>
        </a:p>
        <a:p>
          <a:r>
            <a:rPr lang="id-ID" dirty="0"/>
            <a:t>Tahapan inti dari analisis ini adalah penggunaan</a:t>
          </a:r>
          <a:r>
            <a:rPr lang="id-ID" b="1" dirty="0"/>
            <a:t> model pilihan diskrit</a:t>
          </a:r>
          <a:r>
            <a:rPr lang="id-ID" dirty="0"/>
            <a:t>, yang memungkinkan peneliti untuk memahami bagaimana variabel-variabel independen memengaruhi keputusan pemilihan moda transportasi. Untuk analisis ini, </a:t>
          </a:r>
          <a:r>
            <a:rPr lang="id-ID" b="1" dirty="0"/>
            <a:t>regresi logit</a:t>
          </a:r>
          <a:r>
            <a:rPr lang="id-ID" dirty="0"/>
            <a:t> atau </a:t>
          </a:r>
          <a:r>
            <a:rPr lang="id-ID" b="1" dirty="0"/>
            <a:t>probit</a:t>
          </a:r>
          <a:r>
            <a:rPr lang="id-ID" dirty="0"/>
            <a:t> akan digunakan, tergantung pada karakteristik data</a:t>
          </a:r>
          <a:endParaRPr lang="en-US" b="1" dirty="0"/>
        </a:p>
      </dgm:t>
    </dgm:pt>
    <dgm:pt modelId="{967DAB73-BDBF-47EC-A2A7-32FB4A963245}" type="parTrans" cxnId="{697E9E4E-8009-406B-ACE3-72BB4A696271}">
      <dgm:prSet/>
      <dgm:spPr/>
      <dgm:t>
        <a:bodyPr/>
        <a:lstStyle/>
        <a:p>
          <a:endParaRPr lang="en-US"/>
        </a:p>
      </dgm:t>
    </dgm:pt>
    <dgm:pt modelId="{5168EADA-A44C-4E4D-A618-BC75114EE355}" type="sibTrans" cxnId="{697E9E4E-8009-406B-ACE3-72BB4A696271}">
      <dgm:prSet/>
      <dgm:spPr/>
      <dgm:t>
        <a:bodyPr/>
        <a:lstStyle/>
        <a:p>
          <a:endParaRPr lang="en-US"/>
        </a:p>
      </dgm:t>
    </dgm:pt>
    <dgm:pt modelId="{1CE38ACD-6C61-4397-B1A1-C040F23BECFF}" type="pres">
      <dgm:prSet presAssocID="{1ECECE29-02AA-4523-BF3A-6CBFA39C23D5}" presName="vert0" presStyleCnt="0">
        <dgm:presLayoutVars>
          <dgm:dir/>
          <dgm:animOne val="branch"/>
          <dgm:animLvl val="lvl"/>
        </dgm:presLayoutVars>
      </dgm:prSet>
      <dgm:spPr/>
    </dgm:pt>
    <dgm:pt modelId="{AC97E2C9-238E-402E-8A9A-B20639CD8680}" type="pres">
      <dgm:prSet presAssocID="{9D0B67B9-F7AE-4B85-AA5D-4546D70B47D7}" presName="thickLine" presStyleLbl="alignNode1" presStyleIdx="0" presStyleCnt="1"/>
      <dgm:spPr/>
    </dgm:pt>
    <dgm:pt modelId="{665774B8-C6E4-4236-AB28-EF0CC65D6FCC}" type="pres">
      <dgm:prSet presAssocID="{9D0B67B9-F7AE-4B85-AA5D-4546D70B47D7}" presName="horz1" presStyleCnt="0"/>
      <dgm:spPr/>
    </dgm:pt>
    <dgm:pt modelId="{89929F21-60D1-4BEC-B8FE-B197EAD6E515}" type="pres">
      <dgm:prSet presAssocID="{9D0B67B9-F7AE-4B85-AA5D-4546D70B47D7}" presName="tx1" presStyleLbl="revTx" presStyleIdx="0" presStyleCnt="3"/>
      <dgm:spPr/>
    </dgm:pt>
    <dgm:pt modelId="{FE524E4A-8648-4E60-923E-B7B129879B6F}" type="pres">
      <dgm:prSet presAssocID="{9D0B67B9-F7AE-4B85-AA5D-4546D70B47D7}" presName="vert1" presStyleCnt="0"/>
      <dgm:spPr/>
    </dgm:pt>
    <dgm:pt modelId="{A3BC3F8C-4DAA-48F4-AA6D-2B7CDD2A1E31}" type="pres">
      <dgm:prSet presAssocID="{2A60008C-D63D-4375-AD09-8D0F9A4E3DA4}" presName="vertSpace2a" presStyleCnt="0"/>
      <dgm:spPr/>
    </dgm:pt>
    <dgm:pt modelId="{2E7608FD-7E63-42D8-B754-6398CD746EF9}" type="pres">
      <dgm:prSet presAssocID="{2A60008C-D63D-4375-AD09-8D0F9A4E3DA4}" presName="horz2" presStyleCnt="0"/>
      <dgm:spPr/>
    </dgm:pt>
    <dgm:pt modelId="{1C71585B-EC64-466F-BF49-ADE3FAF0CD2C}" type="pres">
      <dgm:prSet presAssocID="{2A60008C-D63D-4375-AD09-8D0F9A4E3DA4}" presName="horzSpace2" presStyleCnt="0"/>
      <dgm:spPr/>
    </dgm:pt>
    <dgm:pt modelId="{1FC76874-63FD-41DE-8F7A-918296F625C7}" type="pres">
      <dgm:prSet presAssocID="{2A60008C-D63D-4375-AD09-8D0F9A4E3DA4}" presName="tx2" presStyleLbl="revTx" presStyleIdx="1" presStyleCnt="3"/>
      <dgm:spPr/>
    </dgm:pt>
    <dgm:pt modelId="{2D4AAB94-2785-4A94-ABC7-7698D4E8BEA9}" type="pres">
      <dgm:prSet presAssocID="{2A60008C-D63D-4375-AD09-8D0F9A4E3DA4}" presName="vert2" presStyleCnt="0"/>
      <dgm:spPr/>
    </dgm:pt>
    <dgm:pt modelId="{EECABC07-BC85-4E0D-ACBC-40D59ED57028}" type="pres">
      <dgm:prSet presAssocID="{2A60008C-D63D-4375-AD09-8D0F9A4E3DA4}" presName="thinLine2b" presStyleLbl="callout" presStyleIdx="0" presStyleCnt="2"/>
      <dgm:spPr/>
    </dgm:pt>
    <dgm:pt modelId="{5F6639E0-1B4C-40D3-996F-F6133B530F82}" type="pres">
      <dgm:prSet presAssocID="{2A60008C-D63D-4375-AD09-8D0F9A4E3DA4}" presName="vertSpace2b" presStyleCnt="0"/>
      <dgm:spPr/>
    </dgm:pt>
    <dgm:pt modelId="{4C61DC65-20C2-4834-9015-425D81AC9764}" type="pres">
      <dgm:prSet presAssocID="{70E6CD92-CFBC-4656-AA95-DC0625EE3D03}" presName="horz2" presStyleCnt="0"/>
      <dgm:spPr/>
    </dgm:pt>
    <dgm:pt modelId="{2A2DAC57-1392-408B-AA50-ECA2BFA6E343}" type="pres">
      <dgm:prSet presAssocID="{70E6CD92-CFBC-4656-AA95-DC0625EE3D03}" presName="horzSpace2" presStyleCnt="0"/>
      <dgm:spPr/>
    </dgm:pt>
    <dgm:pt modelId="{2006D1A3-8E07-49D9-B3E1-FE9C870FF3E5}" type="pres">
      <dgm:prSet presAssocID="{70E6CD92-CFBC-4656-AA95-DC0625EE3D03}" presName="tx2" presStyleLbl="revTx" presStyleIdx="2" presStyleCnt="3"/>
      <dgm:spPr/>
    </dgm:pt>
    <dgm:pt modelId="{A3AB46AE-500F-42F4-ABDC-9BC50F14556B}" type="pres">
      <dgm:prSet presAssocID="{70E6CD92-CFBC-4656-AA95-DC0625EE3D03}" presName="vert2" presStyleCnt="0"/>
      <dgm:spPr/>
    </dgm:pt>
    <dgm:pt modelId="{8A73B256-785A-4249-9623-B30A0F85EE4E}" type="pres">
      <dgm:prSet presAssocID="{70E6CD92-CFBC-4656-AA95-DC0625EE3D03}" presName="thinLine2b" presStyleLbl="callout" presStyleIdx="1" presStyleCnt="2"/>
      <dgm:spPr/>
    </dgm:pt>
    <dgm:pt modelId="{88CA1023-8D41-4361-9319-059051733792}" type="pres">
      <dgm:prSet presAssocID="{70E6CD92-CFBC-4656-AA95-DC0625EE3D03}" presName="vertSpace2b" presStyleCnt="0"/>
      <dgm:spPr/>
    </dgm:pt>
  </dgm:ptLst>
  <dgm:cxnLst>
    <dgm:cxn modelId="{2CF2B422-2F56-4C99-80C3-47FC08A21874}" type="presOf" srcId="{1ECECE29-02AA-4523-BF3A-6CBFA39C23D5}" destId="{1CE38ACD-6C61-4397-B1A1-C040F23BECFF}" srcOrd="0" destOrd="0" presId="urn:microsoft.com/office/officeart/2008/layout/LinedList"/>
    <dgm:cxn modelId="{839CF328-CC6D-4DC9-83B7-B854C5287560}" srcId="{9D0B67B9-F7AE-4B85-AA5D-4546D70B47D7}" destId="{2A60008C-D63D-4375-AD09-8D0F9A4E3DA4}" srcOrd="0" destOrd="0" parTransId="{098DA58D-7631-4DF1-99D0-664FE341DB72}" sibTransId="{08FD88EB-99CE-44C8-A07E-F001265C827A}"/>
    <dgm:cxn modelId="{3FA7CE61-E88D-4AF4-B0BB-502A3C2675EB}" type="presOf" srcId="{9D0B67B9-F7AE-4B85-AA5D-4546D70B47D7}" destId="{89929F21-60D1-4BEC-B8FE-B197EAD6E515}" srcOrd="0" destOrd="0" presId="urn:microsoft.com/office/officeart/2008/layout/LinedList"/>
    <dgm:cxn modelId="{697E9E4E-8009-406B-ACE3-72BB4A696271}" srcId="{9D0B67B9-F7AE-4B85-AA5D-4546D70B47D7}" destId="{70E6CD92-CFBC-4656-AA95-DC0625EE3D03}" srcOrd="1" destOrd="0" parTransId="{967DAB73-BDBF-47EC-A2A7-32FB4A963245}" sibTransId="{5168EADA-A44C-4E4D-A618-BC75114EE355}"/>
    <dgm:cxn modelId="{D312CCCA-8A5F-41AA-95FA-989A92D3E577}" srcId="{1ECECE29-02AA-4523-BF3A-6CBFA39C23D5}" destId="{9D0B67B9-F7AE-4B85-AA5D-4546D70B47D7}" srcOrd="0" destOrd="0" parTransId="{F8F7650A-3488-4DE5-B6A1-0B2D05AAC170}" sibTransId="{9ED2BDB8-AE05-403E-9F77-3832EA21D7A6}"/>
    <dgm:cxn modelId="{AE2270DB-A55A-40AF-A6AC-81264F5C3CE6}" type="presOf" srcId="{70E6CD92-CFBC-4656-AA95-DC0625EE3D03}" destId="{2006D1A3-8E07-49D9-B3E1-FE9C870FF3E5}" srcOrd="0" destOrd="0" presId="urn:microsoft.com/office/officeart/2008/layout/LinedList"/>
    <dgm:cxn modelId="{B303B6E9-E5C2-4CF0-9D9D-ADFF9EA08062}" type="presOf" srcId="{2A60008C-D63D-4375-AD09-8D0F9A4E3DA4}" destId="{1FC76874-63FD-41DE-8F7A-918296F625C7}" srcOrd="0" destOrd="0" presId="urn:microsoft.com/office/officeart/2008/layout/LinedList"/>
    <dgm:cxn modelId="{91E9C9D8-FAB2-47CB-A9B2-0F8937C563E9}" type="presParOf" srcId="{1CE38ACD-6C61-4397-B1A1-C040F23BECFF}" destId="{AC97E2C9-238E-402E-8A9A-B20639CD8680}" srcOrd="0" destOrd="0" presId="urn:microsoft.com/office/officeart/2008/layout/LinedList"/>
    <dgm:cxn modelId="{45AE2591-DE3B-4D47-82F1-241263D85966}" type="presParOf" srcId="{1CE38ACD-6C61-4397-B1A1-C040F23BECFF}" destId="{665774B8-C6E4-4236-AB28-EF0CC65D6FCC}" srcOrd="1" destOrd="0" presId="urn:microsoft.com/office/officeart/2008/layout/LinedList"/>
    <dgm:cxn modelId="{4AFB511B-8CD5-4547-85A5-006966E46C10}" type="presParOf" srcId="{665774B8-C6E4-4236-AB28-EF0CC65D6FCC}" destId="{89929F21-60D1-4BEC-B8FE-B197EAD6E515}" srcOrd="0" destOrd="0" presId="urn:microsoft.com/office/officeart/2008/layout/LinedList"/>
    <dgm:cxn modelId="{C37712F6-4279-4046-94C2-7B90A5220CE8}" type="presParOf" srcId="{665774B8-C6E4-4236-AB28-EF0CC65D6FCC}" destId="{FE524E4A-8648-4E60-923E-B7B129879B6F}" srcOrd="1" destOrd="0" presId="urn:microsoft.com/office/officeart/2008/layout/LinedList"/>
    <dgm:cxn modelId="{BCF4303E-EFD4-4651-BF91-7D6D5C255830}" type="presParOf" srcId="{FE524E4A-8648-4E60-923E-B7B129879B6F}" destId="{A3BC3F8C-4DAA-48F4-AA6D-2B7CDD2A1E31}" srcOrd="0" destOrd="0" presId="urn:microsoft.com/office/officeart/2008/layout/LinedList"/>
    <dgm:cxn modelId="{EE4B2143-7398-4B2C-A116-E0EA7B9FDDDB}" type="presParOf" srcId="{FE524E4A-8648-4E60-923E-B7B129879B6F}" destId="{2E7608FD-7E63-42D8-B754-6398CD746EF9}" srcOrd="1" destOrd="0" presId="urn:microsoft.com/office/officeart/2008/layout/LinedList"/>
    <dgm:cxn modelId="{7108139B-548E-4A3C-9DDF-5110CC456834}" type="presParOf" srcId="{2E7608FD-7E63-42D8-B754-6398CD746EF9}" destId="{1C71585B-EC64-466F-BF49-ADE3FAF0CD2C}" srcOrd="0" destOrd="0" presId="urn:microsoft.com/office/officeart/2008/layout/LinedList"/>
    <dgm:cxn modelId="{37696BEC-E1ED-4F4E-BCB1-0F30E74CAD34}" type="presParOf" srcId="{2E7608FD-7E63-42D8-B754-6398CD746EF9}" destId="{1FC76874-63FD-41DE-8F7A-918296F625C7}" srcOrd="1" destOrd="0" presId="urn:microsoft.com/office/officeart/2008/layout/LinedList"/>
    <dgm:cxn modelId="{CCF7E55A-FBC7-4E71-9EAE-C626254B12BC}" type="presParOf" srcId="{2E7608FD-7E63-42D8-B754-6398CD746EF9}" destId="{2D4AAB94-2785-4A94-ABC7-7698D4E8BEA9}" srcOrd="2" destOrd="0" presId="urn:microsoft.com/office/officeart/2008/layout/LinedList"/>
    <dgm:cxn modelId="{BC4ED835-4D5A-4002-AE62-5BABD9137A4E}" type="presParOf" srcId="{FE524E4A-8648-4E60-923E-B7B129879B6F}" destId="{EECABC07-BC85-4E0D-ACBC-40D59ED57028}" srcOrd="2" destOrd="0" presId="urn:microsoft.com/office/officeart/2008/layout/LinedList"/>
    <dgm:cxn modelId="{5D77CB5D-552E-49B4-988C-6D351BE30515}" type="presParOf" srcId="{FE524E4A-8648-4E60-923E-B7B129879B6F}" destId="{5F6639E0-1B4C-40D3-996F-F6133B530F82}" srcOrd="3" destOrd="0" presId="urn:microsoft.com/office/officeart/2008/layout/LinedList"/>
    <dgm:cxn modelId="{AEB90F38-FE85-490C-8762-14DB01E982C4}" type="presParOf" srcId="{FE524E4A-8648-4E60-923E-B7B129879B6F}" destId="{4C61DC65-20C2-4834-9015-425D81AC9764}" srcOrd="4" destOrd="0" presId="urn:microsoft.com/office/officeart/2008/layout/LinedList"/>
    <dgm:cxn modelId="{0725E1F1-20A8-4CE4-8FB1-3AD0B495D852}" type="presParOf" srcId="{4C61DC65-20C2-4834-9015-425D81AC9764}" destId="{2A2DAC57-1392-408B-AA50-ECA2BFA6E343}" srcOrd="0" destOrd="0" presId="urn:microsoft.com/office/officeart/2008/layout/LinedList"/>
    <dgm:cxn modelId="{A75DE91C-BD81-481F-966E-63766AA83E04}" type="presParOf" srcId="{4C61DC65-20C2-4834-9015-425D81AC9764}" destId="{2006D1A3-8E07-49D9-B3E1-FE9C870FF3E5}" srcOrd="1" destOrd="0" presId="urn:microsoft.com/office/officeart/2008/layout/LinedList"/>
    <dgm:cxn modelId="{9D9B14D5-10F8-4E0E-91EE-3FF1B37E2229}" type="presParOf" srcId="{4C61DC65-20C2-4834-9015-425D81AC9764}" destId="{A3AB46AE-500F-42F4-ABDC-9BC50F14556B}" srcOrd="2" destOrd="0" presId="urn:microsoft.com/office/officeart/2008/layout/LinedList"/>
    <dgm:cxn modelId="{8DDCF1E4-EB7E-4DAE-8C77-71DEEA06AD6F}" type="presParOf" srcId="{FE524E4A-8648-4E60-923E-B7B129879B6F}" destId="{8A73B256-785A-4249-9623-B30A0F85EE4E}" srcOrd="5" destOrd="0" presId="urn:microsoft.com/office/officeart/2008/layout/LinedList"/>
    <dgm:cxn modelId="{9D579FEF-9DCF-4FFA-971F-B790C0C88DAE}" type="presParOf" srcId="{FE524E4A-8648-4E60-923E-B7B129879B6F}" destId="{88CA1023-8D41-4361-9319-059051733792}"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ECECE29-02AA-4523-BF3A-6CBFA39C23D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9D0B67B9-F7AE-4B85-AA5D-4546D70B47D7}">
      <dgm:prSet phldrT="[Text]"/>
      <dgm:spPr/>
      <dgm:t>
        <a:bodyPr/>
        <a:lstStyle/>
        <a:p>
          <a:r>
            <a:rPr lang="en-US" dirty="0" err="1"/>
            <a:t>Kuesioner</a:t>
          </a:r>
          <a:r>
            <a:rPr lang="en-US" dirty="0"/>
            <a:t> </a:t>
          </a:r>
          <a:r>
            <a:rPr lang="en-US" dirty="0" err="1"/>
            <a:t>Penelitian</a:t>
          </a:r>
          <a:endParaRPr lang="en-US" dirty="0"/>
        </a:p>
      </dgm:t>
    </dgm:pt>
    <dgm:pt modelId="{F8F7650A-3488-4DE5-B6A1-0B2D05AAC170}" type="parTrans" cxnId="{D312CCCA-8A5F-41AA-95FA-989A92D3E577}">
      <dgm:prSet/>
      <dgm:spPr/>
      <dgm:t>
        <a:bodyPr/>
        <a:lstStyle/>
        <a:p>
          <a:endParaRPr lang="en-US"/>
        </a:p>
      </dgm:t>
    </dgm:pt>
    <dgm:pt modelId="{9ED2BDB8-AE05-403E-9F77-3832EA21D7A6}" type="sibTrans" cxnId="{D312CCCA-8A5F-41AA-95FA-989A92D3E577}">
      <dgm:prSet/>
      <dgm:spPr/>
      <dgm:t>
        <a:bodyPr/>
        <a:lstStyle/>
        <a:p>
          <a:endParaRPr lang="en-US"/>
        </a:p>
      </dgm:t>
    </dgm:pt>
    <dgm:pt modelId="{2A60008C-D63D-4375-AD09-8D0F9A4E3DA4}">
      <dgm:prSet phldrT="[Text]"/>
      <dgm:spPr/>
      <dgm:t>
        <a:bodyPr/>
        <a:lstStyle/>
        <a:p>
          <a:r>
            <a:rPr lang="en-US" b="1" dirty="0" err="1"/>
            <a:t>Informasi</a:t>
          </a:r>
          <a:r>
            <a:rPr lang="en-US" b="1" dirty="0"/>
            <a:t> </a:t>
          </a:r>
          <a:r>
            <a:rPr lang="en-US" b="1" dirty="0" err="1"/>
            <a:t>Demografi</a:t>
          </a:r>
          <a:endParaRPr lang="en-US" b="1" dirty="0"/>
        </a:p>
        <a:p>
          <a:r>
            <a:rPr lang="en-US" dirty="0" err="1"/>
            <a:t>Usia</a:t>
          </a:r>
          <a:r>
            <a:rPr lang="en-US" dirty="0"/>
            <a:t>, </a:t>
          </a:r>
          <a:r>
            <a:rPr lang="en-US" dirty="0" err="1"/>
            <a:t>Jenis</a:t>
          </a:r>
          <a:r>
            <a:rPr lang="en-US" dirty="0"/>
            <a:t> </a:t>
          </a:r>
          <a:r>
            <a:rPr lang="en-US" dirty="0" err="1"/>
            <a:t>kelamin</a:t>
          </a:r>
          <a:r>
            <a:rPr lang="en-US" dirty="0"/>
            <a:t>, </a:t>
          </a:r>
          <a:r>
            <a:rPr lang="en-US" dirty="0" err="1"/>
            <a:t>pendapatan</a:t>
          </a:r>
          <a:r>
            <a:rPr lang="en-US" dirty="0"/>
            <a:t> </a:t>
          </a:r>
          <a:r>
            <a:rPr lang="en-US" dirty="0" err="1"/>
            <a:t>bulanan</a:t>
          </a:r>
          <a:r>
            <a:rPr lang="en-US" dirty="0"/>
            <a:t> dan </a:t>
          </a:r>
          <a:r>
            <a:rPr lang="en-US" dirty="0" err="1"/>
            <a:t>pekerjaan</a:t>
          </a:r>
          <a:endParaRPr lang="en-US" b="0" dirty="0"/>
        </a:p>
      </dgm:t>
    </dgm:pt>
    <dgm:pt modelId="{098DA58D-7631-4DF1-99D0-664FE341DB72}" type="parTrans" cxnId="{839CF328-CC6D-4DC9-83B7-B854C5287560}">
      <dgm:prSet/>
      <dgm:spPr/>
      <dgm:t>
        <a:bodyPr/>
        <a:lstStyle/>
        <a:p>
          <a:endParaRPr lang="en-US"/>
        </a:p>
      </dgm:t>
    </dgm:pt>
    <dgm:pt modelId="{08FD88EB-99CE-44C8-A07E-F001265C827A}" type="sibTrans" cxnId="{839CF328-CC6D-4DC9-83B7-B854C5287560}">
      <dgm:prSet/>
      <dgm:spPr/>
      <dgm:t>
        <a:bodyPr/>
        <a:lstStyle/>
        <a:p>
          <a:endParaRPr lang="en-US"/>
        </a:p>
      </dgm:t>
    </dgm:pt>
    <dgm:pt modelId="{1CE38ACD-6C61-4397-B1A1-C040F23BECFF}" type="pres">
      <dgm:prSet presAssocID="{1ECECE29-02AA-4523-BF3A-6CBFA39C23D5}" presName="vert0" presStyleCnt="0">
        <dgm:presLayoutVars>
          <dgm:dir/>
          <dgm:animOne val="branch"/>
          <dgm:animLvl val="lvl"/>
        </dgm:presLayoutVars>
      </dgm:prSet>
      <dgm:spPr/>
    </dgm:pt>
    <dgm:pt modelId="{AC97E2C9-238E-402E-8A9A-B20639CD8680}" type="pres">
      <dgm:prSet presAssocID="{9D0B67B9-F7AE-4B85-AA5D-4546D70B47D7}" presName="thickLine" presStyleLbl="alignNode1" presStyleIdx="0" presStyleCnt="1"/>
      <dgm:spPr/>
    </dgm:pt>
    <dgm:pt modelId="{665774B8-C6E4-4236-AB28-EF0CC65D6FCC}" type="pres">
      <dgm:prSet presAssocID="{9D0B67B9-F7AE-4B85-AA5D-4546D70B47D7}" presName="horz1" presStyleCnt="0"/>
      <dgm:spPr/>
    </dgm:pt>
    <dgm:pt modelId="{89929F21-60D1-4BEC-B8FE-B197EAD6E515}" type="pres">
      <dgm:prSet presAssocID="{9D0B67B9-F7AE-4B85-AA5D-4546D70B47D7}" presName="tx1" presStyleLbl="revTx" presStyleIdx="0" presStyleCnt="2"/>
      <dgm:spPr/>
    </dgm:pt>
    <dgm:pt modelId="{FE524E4A-8648-4E60-923E-B7B129879B6F}" type="pres">
      <dgm:prSet presAssocID="{9D0B67B9-F7AE-4B85-AA5D-4546D70B47D7}" presName="vert1" presStyleCnt="0"/>
      <dgm:spPr/>
    </dgm:pt>
    <dgm:pt modelId="{A3BC3F8C-4DAA-48F4-AA6D-2B7CDD2A1E31}" type="pres">
      <dgm:prSet presAssocID="{2A60008C-D63D-4375-AD09-8D0F9A4E3DA4}" presName="vertSpace2a" presStyleCnt="0"/>
      <dgm:spPr/>
    </dgm:pt>
    <dgm:pt modelId="{2E7608FD-7E63-42D8-B754-6398CD746EF9}" type="pres">
      <dgm:prSet presAssocID="{2A60008C-D63D-4375-AD09-8D0F9A4E3DA4}" presName="horz2" presStyleCnt="0"/>
      <dgm:spPr/>
    </dgm:pt>
    <dgm:pt modelId="{1C71585B-EC64-466F-BF49-ADE3FAF0CD2C}" type="pres">
      <dgm:prSet presAssocID="{2A60008C-D63D-4375-AD09-8D0F9A4E3DA4}" presName="horzSpace2" presStyleCnt="0"/>
      <dgm:spPr/>
    </dgm:pt>
    <dgm:pt modelId="{1FC76874-63FD-41DE-8F7A-918296F625C7}" type="pres">
      <dgm:prSet presAssocID="{2A60008C-D63D-4375-AD09-8D0F9A4E3DA4}" presName="tx2" presStyleLbl="revTx" presStyleIdx="1" presStyleCnt="2"/>
      <dgm:spPr/>
    </dgm:pt>
    <dgm:pt modelId="{2D4AAB94-2785-4A94-ABC7-7698D4E8BEA9}" type="pres">
      <dgm:prSet presAssocID="{2A60008C-D63D-4375-AD09-8D0F9A4E3DA4}" presName="vert2" presStyleCnt="0"/>
      <dgm:spPr/>
    </dgm:pt>
    <dgm:pt modelId="{EECABC07-BC85-4E0D-ACBC-40D59ED57028}" type="pres">
      <dgm:prSet presAssocID="{2A60008C-D63D-4375-AD09-8D0F9A4E3DA4}" presName="thinLine2b" presStyleLbl="callout" presStyleIdx="0" presStyleCnt="1"/>
      <dgm:spPr/>
    </dgm:pt>
    <dgm:pt modelId="{5F6639E0-1B4C-40D3-996F-F6133B530F82}" type="pres">
      <dgm:prSet presAssocID="{2A60008C-D63D-4375-AD09-8D0F9A4E3DA4}" presName="vertSpace2b" presStyleCnt="0"/>
      <dgm:spPr/>
    </dgm:pt>
  </dgm:ptLst>
  <dgm:cxnLst>
    <dgm:cxn modelId="{2CF2B422-2F56-4C99-80C3-47FC08A21874}" type="presOf" srcId="{1ECECE29-02AA-4523-BF3A-6CBFA39C23D5}" destId="{1CE38ACD-6C61-4397-B1A1-C040F23BECFF}" srcOrd="0" destOrd="0" presId="urn:microsoft.com/office/officeart/2008/layout/LinedList"/>
    <dgm:cxn modelId="{839CF328-CC6D-4DC9-83B7-B854C5287560}" srcId="{9D0B67B9-F7AE-4B85-AA5D-4546D70B47D7}" destId="{2A60008C-D63D-4375-AD09-8D0F9A4E3DA4}" srcOrd="0" destOrd="0" parTransId="{098DA58D-7631-4DF1-99D0-664FE341DB72}" sibTransId="{08FD88EB-99CE-44C8-A07E-F001265C827A}"/>
    <dgm:cxn modelId="{3FA7CE61-E88D-4AF4-B0BB-502A3C2675EB}" type="presOf" srcId="{9D0B67B9-F7AE-4B85-AA5D-4546D70B47D7}" destId="{89929F21-60D1-4BEC-B8FE-B197EAD6E515}" srcOrd="0" destOrd="0" presId="urn:microsoft.com/office/officeart/2008/layout/LinedList"/>
    <dgm:cxn modelId="{D312CCCA-8A5F-41AA-95FA-989A92D3E577}" srcId="{1ECECE29-02AA-4523-BF3A-6CBFA39C23D5}" destId="{9D0B67B9-F7AE-4B85-AA5D-4546D70B47D7}" srcOrd="0" destOrd="0" parTransId="{F8F7650A-3488-4DE5-B6A1-0B2D05AAC170}" sibTransId="{9ED2BDB8-AE05-403E-9F77-3832EA21D7A6}"/>
    <dgm:cxn modelId="{B303B6E9-E5C2-4CF0-9D9D-ADFF9EA08062}" type="presOf" srcId="{2A60008C-D63D-4375-AD09-8D0F9A4E3DA4}" destId="{1FC76874-63FD-41DE-8F7A-918296F625C7}" srcOrd="0" destOrd="0" presId="urn:microsoft.com/office/officeart/2008/layout/LinedList"/>
    <dgm:cxn modelId="{91E9C9D8-FAB2-47CB-A9B2-0F8937C563E9}" type="presParOf" srcId="{1CE38ACD-6C61-4397-B1A1-C040F23BECFF}" destId="{AC97E2C9-238E-402E-8A9A-B20639CD8680}" srcOrd="0" destOrd="0" presId="urn:microsoft.com/office/officeart/2008/layout/LinedList"/>
    <dgm:cxn modelId="{45AE2591-DE3B-4D47-82F1-241263D85966}" type="presParOf" srcId="{1CE38ACD-6C61-4397-B1A1-C040F23BECFF}" destId="{665774B8-C6E4-4236-AB28-EF0CC65D6FCC}" srcOrd="1" destOrd="0" presId="urn:microsoft.com/office/officeart/2008/layout/LinedList"/>
    <dgm:cxn modelId="{4AFB511B-8CD5-4547-85A5-006966E46C10}" type="presParOf" srcId="{665774B8-C6E4-4236-AB28-EF0CC65D6FCC}" destId="{89929F21-60D1-4BEC-B8FE-B197EAD6E515}" srcOrd="0" destOrd="0" presId="urn:microsoft.com/office/officeart/2008/layout/LinedList"/>
    <dgm:cxn modelId="{C37712F6-4279-4046-94C2-7B90A5220CE8}" type="presParOf" srcId="{665774B8-C6E4-4236-AB28-EF0CC65D6FCC}" destId="{FE524E4A-8648-4E60-923E-B7B129879B6F}" srcOrd="1" destOrd="0" presId="urn:microsoft.com/office/officeart/2008/layout/LinedList"/>
    <dgm:cxn modelId="{BCF4303E-EFD4-4651-BF91-7D6D5C255830}" type="presParOf" srcId="{FE524E4A-8648-4E60-923E-B7B129879B6F}" destId="{A3BC3F8C-4DAA-48F4-AA6D-2B7CDD2A1E31}" srcOrd="0" destOrd="0" presId="urn:microsoft.com/office/officeart/2008/layout/LinedList"/>
    <dgm:cxn modelId="{EE4B2143-7398-4B2C-A116-E0EA7B9FDDDB}" type="presParOf" srcId="{FE524E4A-8648-4E60-923E-B7B129879B6F}" destId="{2E7608FD-7E63-42D8-B754-6398CD746EF9}" srcOrd="1" destOrd="0" presId="urn:microsoft.com/office/officeart/2008/layout/LinedList"/>
    <dgm:cxn modelId="{7108139B-548E-4A3C-9DDF-5110CC456834}" type="presParOf" srcId="{2E7608FD-7E63-42D8-B754-6398CD746EF9}" destId="{1C71585B-EC64-466F-BF49-ADE3FAF0CD2C}" srcOrd="0" destOrd="0" presId="urn:microsoft.com/office/officeart/2008/layout/LinedList"/>
    <dgm:cxn modelId="{37696BEC-E1ED-4F4E-BCB1-0F30E74CAD34}" type="presParOf" srcId="{2E7608FD-7E63-42D8-B754-6398CD746EF9}" destId="{1FC76874-63FD-41DE-8F7A-918296F625C7}" srcOrd="1" destOrd="0" presId="urn:microsoft.com/office/officeart/2008/layout/LinedList"/>
    <dgm:cxn modelId="{CCF7E55A-FBC7-4E71-9EAE-C626254B12BC}" type="presParOf" srcId="{2E7608FD-7E63-42D8-B754-6398CD746EF9}" destId="{2D4AAB94-2785-4A94-ABC7-7698D4E8BEA9}" srcOrd="2" destOrd="0" presId="urn:microsoft.com/office/officeart/2008/layout/LinedList"/>
    <dgm:cxn modelId="{BC4ED835-4D5A-4002-AE62-5BABD9137A4E}" type="presParOf" srcId="{FE524E4A-8648-4E60-923E-B7B129879B6F}" destId="{EECABC07-BC85-4E0D-ACBC-40D59ED57028}" srcOrd="2" destOrd="0" presId="urn:microsoft.com/office/officeart/2008/layout/LinedList"/>
    <dgm:cxn modelId="{5D77CB5D-552E-49B4-988C-6D351BE30515}" type="presParOf" srcId="{FE524E4A-8648-4E60-923E-B7B129879B6F}" destId="{5F6639E0-1B4C-40D3-996F-F6133B530F82}"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ECECE29-02AA-4523-BF3A-6CBFA39C23D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A60008C-D63D-4375-AD09-8D0F9A4E3DA4}">
      <dgm:prSet phldrT="[Text]"/>
      <dgm:spPr/>
      <dgm:t>
        <a:bodyPr/>
        <a:lstStyle/>
        <a:p>
          <a:r>
            <a:rPr lang="en-US" b="1" dirty="0" err="1"/>
            <a:t>Informasi</a:t>
          </a:r>
          <a:r>
            <a:rPr lang="en-US" b="1" dirty="0"/>
            <a:t> </a:t>
          </a:r>
          <a:r>
            <a:rPr lang="en-US" b="1" dirty="0" err="1"/>
            <a:t>Demografi</a:t>
          </a:r>
          <a:endParaRPr lang="en-US" b="1" dirty="0"/>
        </a:p>
        <a:p>
          <a:r>
            <a:rPr lang="en-US" dirty="0" err="1"/>
            <a:t>Usia</a:t>
          </a:r>
          <a:r>
            <a:rPr lang="en-US" dirty="0"/>
            <a:t>, </a:t>
          </a:r>
          <a:r>
            <a:rPr lang="en-US" dirty="0" err="1"/>
            <a:t>Jenis</a:t>
          </a:r>
          <a:r>
            <a:rPr lang="en-US" dirty="0"/>
            <a:t> </a:t>
          </a:r>
          <a:r>
            <a:rPr lang="en-US" dirty="0" err="1"/>
            <a:t>kelamin</a:t>
          </a:r>
          <a:r>
            <a:rPr lang="en-US" dirty="0"/>
            <a:t>, </a:t>
          </a:r>
          <a:r>
            <a:rPr lang="en-US" dirty="0" err="1"/>
            <a:t>pendapatan</a:t>
          </a:r>
          <a:r>
            <a:rPr lang="en-US" dirty="0"/>
            <a:t> </a:t>
          </a:r>
          <a:r>
            <a:rPr lang="en-US" dirty="0" err="1"/>
            <a:t>bulanan</a:t>
          </a:r>
          <a:r>
            <a:rPr lang="en-US" dirty="0"/>
            <a:t> dan </a:t>
          </a:r>
          <a:r>
            <a:rPr lang="en-US" dirty="0" err="1"/>
            <a:t>pekerjaan</a:t>
          </a:r>
          <a:endParaRPr lang="en-US" b="0" dirty="0"/>
        </a:p>
      </dgm:t>
    </dgm:pt>
    <dgm:pt modelId="{098DA58D-7631-4DF1-99D0-664FE341DB72}" type="parTrans" cxnId="{839CF328-CC6D-4DC9-83B7-B854C5287560}">
      <dgm:prSet/>
      <dgm:spPr/>
      <dgm:t>
        <a:bodyPr/>
        <a:lstStyle/>
        <a:p>
          <a:endParaRPr lang="en-US"/>
        </a:p>
      </dgm:t>
    </dgm:pt>
    <dgm:pt modelId="{08FD88EB-99CE-44C8-A07E-F001265C827A}" type="sibTrans" cxnId="{839CF328-CC6D-4DC9-83B7-B854C5287560}">
      <dgm:prSet/>
      <dgm:spPr/>
      <dgm:t>
        <a:bodyPr/>
        <a:lstStyle/>
        <a:p>
          <a:endParaRPr lang="en-US"/>
        </a:p>
      </dgm:t>
    </dgm:pt>
    <dgm:pt modelId="{1CE38ACD-6C61-4397-B1A1-C040F23BECFF}" type="pres">
      <dgm:prSet presAssocID="{1ECECE29-02AA-4523-BF3A-6CBFA39C23D5}" presName="vert0" presStyleCnt="0">
        <dgm:presLayoutVars>
          <dgm:dir/>
          <dgm:animOne val="branch"/>
          <dgm:animLvl val="lvl"/>
        </dgm:presLayoutVars>
      </dgm:prSet>
      <dgm:spPr/>
    </dgm:pt>
    <dgm:pt modelId="{3D96FCEE-ECE6-46A5-9BC8-8A75B3570B7F}" type="pres">
      <dgm:prSet presAssocID="{2A60008C-D63D-4375-AD09-8D0F9A4E3DA4}" presName="thickLine" presStyleLbl="alignNode1" presStyleIdx="0" presStyleCnt="1"/>
      <dgm:spPr/>
    </dgm:pt>
    <dgm:pt modelId="{044E7BF2-D22F-4D02-8F5E-91D23765F209}" type="pres">
      <dgm:prSet presAssocID="{2A60008C-D63D-4375-AD09-8D0F9A4E3DA4}" presName="horz1" presStyleCnt="0"/>
      <dgm:spPr/>
    </dgm:pt>
    <dgm:pt modelId="{AE101547-852C-4E6E-B908-0A95AA6C3440}" type="pres">
      <dgm:prSet presAssocID="{2A60008C-D63D-4375-AD09-8D0F9A4E3DA4}" presName="tx1" presStyleLbl="revTx" presStyleIdx="0" presStyleCnt="1"/>
      <dgm:spPr/>
    </dgm:pt>
    <dgm:pt modelId="{1477218E-7D69-4691-BDB8-73A5EF6185C6}" type="pres">
      <dgm:prSet presAssocID="{2A60008C-D63D-4375-AD09-8D0F9A4E3DA4}" presName="vert1" presStyleCnt="0"/>
      <dgm:spPr/>
    </dgm:pt>
  </dgm:ptLst>
  <dgm:cxnLst>
    <dgm:cxn modelId="{2CF2B422-2F56-4C99-80C3-47FC08A21874}" type="presOf" srcId="{1ECECE29-02AA-4523-BF3A-6CBFA39C23D5}" destId="{1CE38ACD-6C61-4397-B1A1-C040F23BECFF}" srcOrd="0" destOrd="0" presId="urn:microsoft.com/office/officeart/2008/layout/LinedList"/>
    <dgm:cxn modelId="{839CF328-CC6D-4DC9-83B7-B854C5287560}" srcId="{1ECECE29-02AA-4523-BF3A-6CBFA39C23D5}" destId="{2A60008C-D63D-4375-AD09-8D0F9A4E3DA4}" srcOrd="0" destOrd="0" parTransId="{098DA58D-7631-4DF1-99D0-664FE341DB72}" sibTransId="{08FD88EB-99CE-44C8-A07E-F001265C827A}"/>
    <dgm:cxn modelId="{76969EF2-5785-4B31-A352-AF62B3ADF8B3}" type="presOf" srcId="{2A60008C-D63D-4375-AD09-8D0F9A4E3DA4}" destId="{AE101547-852C-4E6E-B908-0A95AA6C3440}" srcOrd="0" destOrd="0" presId="urn:microsoft.com/office/officeart/2008/layout/LinedList"/>
    <dgm:cxn modelId="{E1342C92-CCAE-418B-AFA7-FB1BDA9EE9DB}" type="presParOf" srcId="{1CE38ACD-6C61-4397-B1A1-C040F23BECFF}" destId="{3D96FCEE-ECE6-46A5-9BC8-8A75B3570B7F}" srcOrd="0" destOrd="0" presId="urn:microsoft.com/office/officeart/2008/layout/LinedList"/>
    <dgm:cxn modelId="{E22757B4-F8D1-4845-83FB-7763C096D1FE}" type="presParOf" srcId="{1CE38ACD-6C61-4397-B1A1-C040F23BECFF}" destId="{044E7BF2-D22F-4D02-8F5E-91D23765F209}" srcOrd="1" destOrd="0" presId="urn:microsoft.com/office/officeart/2008/layout/LinedList"/>
    <dgm:cxn modelId="{32D0BBF3-1B92-4433-A6BA-C230A885F2C3}" type="presParOf" srcId="{044E7BF2-D22F-4D02-8F5E-91D23765F209}" destId="{AE101547-852C-4E6E-B908-0A95AA6C3440}" srcOrd="0" destOrd="0" presId="urn:microsoft.com/office/officeart/2008/layout/LinedList"/>
    <dgm:cxn modelId="{E4BEFD43-9068-47B1-BE78-83CF06EA673C}" type="presParOf" srcId="{044E7BF2-D22F-4D02-8F5E-91D23765F209}" destId="{1477218E-7D69-4691-BDB8-73A5EF6185C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B4705B8-9DF1-4E9A-BD95-5CC8C5D9148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F5BD747-E1F4-4F7C-B2E4-E8850B6DA9CF}">
      <dgm:prSet phldrT="[Text]"/>
      <dgm:spPr/>
      <dgm:t>
        <a:bodyPr/>
        <a:lstStyle/>
        <a:p>
          <a:r>
            <a:rPr lang="en-US" dirty="0"/>
            <a:t>Moda </a:t>
          </a:r>
          <a:r>
            <a:rPr lang="en-US" dirty="0" err="1"/>
            <a:t>transportasi</a:t>
          </a:r>
          <a:r>
            <a:rPr lang="en-US" dirty="0"/>
            <a:t> yang </a:t>
          </a:r>
          <a:r>
            <a:rPr lang="en-US" dirty="0" err="1"/>
            <a:t>sering</a:t>
          </a:r>
          <a:r>
            <a:rPr lang="en-US" dirty="0"/>
            <a:t> </a:t>
          </a:r>
          <a:r>
            <a:rPr lang="en-US" dirty="0" err="1"/>
            <a:t>anda</a:t>
          </a:r>
          <a:r>
            <a:rPr lang="en-US" dirty="0"/>
            <a:t> </a:t>
          </a:r>
          <a:r>
            <a:rPr lang="en-US" dirty="0" err="1"/>
            <a:t>gunakan</a:t>
          </a:r>
          <a:endParaRPr lang="en-US" dirty="0"/>
        </a:p>
      </dgm:t>
    </dgm:pt>
    <dgm:pt modelId="{29FBDD1D-0605-4D51-A2B5-F3555E7D73FD}" type="parTrans" cxnId="{E82F988E-37C4-4C1C-AA17-2B1123F98F6B}">
      <dgm:prSet/>
      <dgm:spPr/>
      <dgm:t>
        <a:bodyPr/>
        <a:lstStyle/>
        <a:p>
          <a:endParaRPr lang="en-US"/>
        </a:p>
      </dgm:t>
    </dgm:pt>
    <dgm:pt modelId="{E504DF83-D0C7-430F-97F1-891A39F33ABA}" type="sibTrans" cxnId="{E82F988E-37C4-4C1C-AA17-2B1123F98F6B}">
      <dgm:prSet/>
      <dgm:spPr/>
      <dgm:t>
        <a:bodyPr/>
        <a:lstStyle/>
        <a:p>
          <a:endParaRPr lang="en-US"/>
        </a:p>
      </dgm:t>
    </dgm:pt>
    <dgm:pt modelId="{CB88BA48-9E27-427E-A5ED-AFF62F6EFBD4}">
      <dgm:prSet phldrT="[Text]"/>
      <dgm:spPr/>
      <dgm:t>
        <a:bodyPr/>
        <a:lstStyle/>
        <a:p>
          <a:r>
            <a:rPr lang="id-ID" dirty="0"/>
            <a:t>Trans Metro Bandung</a:t>
          </a:r>
          <a:endParaRPr lang="en-US" dirty="0"/>
        </a:p>
      </dgm:t>
    </dgm:pt>
    <dgm:pt modelId="{A7CE3B46-4E03-4203-8A6B-CB867BFDA505}" type="parTrans" cxnId="{BFEB38D7-5F9B-48A4-9C41-E98E4D3FBCA4}">
      <dgm:prSet/>
      <dgm:spPr/>
      <dgm:t>
        <a:bodyPr/>
        <a:lstStyle/>
        <a:p>
          <a:endParaRPr lang="en-US"/>
        </a:p>
      </dgm:t>
    </dgm:pt>
    <dgm:pt modelId="{35D2C72D-8380-4804-8B14-FA807863CDC4}" type="sibTrans" cxnId="{BFEB38D7-5F9B-48A4-9C41-E98E4D3FBCA4}">
      <dgm:prSet/>
      <dgm:spPr/>
      <dgm:t>
        <a:bodyPr/>
        <a:lstStyle/>
        <a:p>
          <a:endParaRPr lang="en-US"/>
        </a:p>
      </dgm:t>
    </dgm:pt>
    <dgm:pt modelId="{947268C5-320E-47F5-9F60-72A7D01AEB1D}">
      <dgm:prSet phldrT="[Text]"/>
      <dgm:spPr/>
      <dgm:t>
        <a:bodyPr/>
        <a:lstStyle/>
        <a:p>
          <a:r>
            <a:rPr lang="id-ID" dirty="0"/>
            <a:t>Trans Metro Pasundan</a:t>
          </a:r>
          <a:endParaRPr lang="en-US" dirty="0"/>
        </a:p>
      </dgm:t>
    </dgm:pt>
    <dgm:pt modelId="{8F8501D0-C027-45C9-825B-E184308BEA29}" type="parTrans" cxnId="{B0EBEF1E-1134-47E5-97D0-7ADDBA41BF22}">
      <dgm:prSet/>
      <dgm:spPr/>
      <dgm:t>
        <a:bodyPr/>
        <a:lstStyle/>
        <a:p>
          <a:endParaRPr lang="en-US"/>
        </a:p>
      </dgm:t>
    </dgm:pt>
    <dgm:pt modelId="{F1B469CC-8290-4C7A-8DD7-45481A876EAA}" type="sibTrans" cxnId="{B0EBEF1E-1134-47E5-97D0-7ADDBA41BF22}">
      <dgm:prSet/>
      <dgm:spPr/>
      <dgm:t>
        <a:bodyPr/>
        <a:lstStyle/>
        <a:p>
          <a:endParaRPr lang="en-US"/>
        </a:p>
      </dgm:t>
    </dgm:pt>
    <dgm:pt modelId="{D26A0F12-F2B3-4AC5-A708-28D44E092C5E}">
      <dgm:prSet phldrT="[Text]"/>
      <dgm:spPr/>
      <dgm:t>
        <a:bodyPr/>
        <a:lstStyle/>
        <a:p>
          <a:r>
            <a:rPr lang="id-ID" dirty="0"/>
            <a:t>Frekuensi penggunaan transportasi umum dalam satu minggu</a:t>
          </a:r>
          <a:endParaRPr lang="en-US" dirty="0"/>
        </a:p>
      </dgm:t>
    </dgm:pt>
    <dgm:pt modelId="{B7D5A632-3843-4387-BC20-7A53EE92A055}" type="parTrans" cxnId="{BCACBACB-A9A9-4033-895C-072EC2CDC333}">
      <dgm:prSet/>
      <dgm:spPr/>
      <dgm:t>
        <a:bodyPr/>
        <a:lstStyle/>
        <a:p>
          <a:endParaRPr lang="en-US"/>
        </a:p>
      </dgm:t>
    </dgm:pt>
    <dgm:pt modelId="{CFC496F9-6F20-469C-A766-518CD9C271FB}" type="sibTrans" cxnId="{BCACBACB-A9A9-4033-895C-072EC2CDC333}">
      <dgm:prSet/>
      <dgm:spPr/>
      <dgm:t>
        <a:bodyPr/>
        <a:lstStyle/>
        <a:p>
          <a:endParaRPr lang="en-US"/>
        </a:p>
      </dgm:t>
    </dgm:pt>
    <dgm:pt modelId="{8CA4CB38-1E5D-438E-98B3-EFE0BE78A56C}">
      <dgm:prSet phldrT="[Text]"/>
      <dgm:spPr/>
      <dgm:t>
        <a:bodyPr/>
        <a:lstStyle/>
        <a:p>
          <a:pPr>
            <a:buSzPts val="1000"/>
            <a:buFont typeface="Courier New" panose="02070309020205020404" pitchFamily="49" charset="0"/>
            <a:buChar char="o"/>
          </a:pPr>
          <a:r>
            <a:rPr lang="id-ID" dirty="0"/>
            <a:t>1-2 kali</a:t>
          </a:r>
          <a:endParaRPr lang="en-US" dirty="0"/>
        </a:p>
      </dgm:t>
    </dgm:pt>
    <dgm:pt modelId="{0C4BC8AD-2F14-449D-A527-D9834DD8E34E}" type="parTrans" cxnId="{792BE3A4-7DDF-4047-8E7E-E30AC10DDFF2}">
      <dgm:prSet/>
      <dgm:spPr/>
      <dgm:t>
        <a:bodyPr/>
        <a:lstStyle/>
        <a:p>
          <a:endParaRPr lang="en-US"/>
        </a:p>
      </dgm:t>
    </dgm:pt>
    <dgm:pt modelId="{21C921E1-DD35-4287-9500-8435E7F8988E}" type="sibTrans" cxnId="{792BE3A4-7DDF-4047-8E7E-E30AC10DDFF2}">
      <dgm:prSet/>
      <dgm:spPr/>
      <dgm:t>
        <a:bodyPr/>
        <a:lstStyle/>
        <a:p>
          <a:endParaRPr lang="en-US"/>
        </a:p>
      </dgm:t>
    </dgm:pt>
    <dgm:pt modelId="{1B1D2C52-A46A-4153-9D28-E9DA80B40C5B}">
      <dgm:prSet phldrT="[Text]"/>
      <dgm:spPr/>
      <dgm:t>
        <a:bodyPr/>
        <a:lstStyle/>
        <a:p>
          <a:r>
            <a:rPr lang="id-ID" b="1" dirty="0"/>
            <a:t>Waktu Tempuh</a:t>
          </a:r>
          <a:r>
            <a:rPr lang="id-ID" dirty="0"/>
            <a:t>: Seberapa penting waktu tempuh dalam memilih moda transportasi?</a:t>
          </a:r>
          <a:endParaRPr lang="en-US" dirty="0"/>
        </a:p>
      </dgm:t>
    </dgm:pt>
    <dgm:pt modelId="{9D66DEF6-8D83-434F-990C-D4C6CA5E9038}" type="parTrans" cxnId="{715AD5FD-A312-4ED8-8F17-CB25AD7C28F3}">
      <dgm:prSet/>
      <dgm:spPr/>
      <dgm:t>
        <a:bodyPr/>
        <a:lstStyle/>
        <a:p>
          <a:endParaRPr lang="en-US"/>
        </a:p>
      </dgm:t>
    </dgm:pt>
    <dgm:pt modelId="{8EDA7D2B-4CED-4A45-B81F-912DDDA3EB79}" type="sibTrans" cxnId="{715AD5FD-A312-4ED8-8F17-CB25AD7C28F3}">
      <dgm:prSet/>
      <dgm:spPr/>
      <dgm:t>
        <a:bodyPr/>
        <a:lstStyle/>
        <a:p>
          <a:endParaRPr lang="en-US"/>
        </a:p>
      </dgm:t>
    </dgm:pt>
    <dgm:pt modelId="{CCC7139B-81DC-4201-880D-9C5F9252AF42}">
      <dgm:prSet phldrT="[Text]"/>
      <dgm:spPr/>
      <dgm:t>
        <a:bodyPr/>
        <a:lstStyle/>
        <a:p>
          <a:pPr>
            <a:buSzPts val="1000"/>
            <a:buFont typeface="Courier New" panose="02070309020205020404" pitchFamily="49" charset="0"/>
            <a:buChar char="o"/>
          </a:pPr>
          <a:r>
            <a:rPr lang="id-ID" dirty="0"/>
            <a:t>1</a:t>
          </a:r>
          <a:endParaRPr lang="en-US" dirty="0"/>
        </a:p>
      </dgm:t>
    </dgm:pt>
    <dgm:pt modelId="{FC2599CF-DED7-4A6F-8B38-C61AB08A6880}" type="parTrans" cxnId="{20BE8DA6-5E1A-464A-AD92-01D3CBA8A082}">
      <dgm:prSet/>
      <dgm:spPr/>
      <dgm:t>
        <a:bodyPr/>
        <a:lstStyle/>
        <a:p>
          <a:endParaRPr lang="en-US"/>
        </a:p>
      </dgm:t>
    </dgm:pt>
    <dgm:pt modelId="{672F849D-3007-438D-B3DA-44C92DB045C2}" type="sibTrans" cxnId="{20BE8DA6-5E1A-464A-AD92-01D3CBA8A082}">
      <dgm:prSet/>
      <dgm:spPr/>
      <dgm:t>
        <a:bodyPr/>
        <a:lstStyle/>
        <a:p>
          <a:endParaRPr lang="en-US"/>
        </a:p>
      </dgm:t>
    </dgm:pt>
    <dgm:pt modelId="{2D2F6775-138E-4A32-A2E9-FA9F9C996775}">
      <dgm:prSet phldrT="[Text]"/>
      <dgm:spPr/>
      <dgm:t>
        <a:bodyPr/>
        <a:lstStyle/>
        <a:p>
          <a:r>
            <a:rPr lang="id-ID" dirty="0"/>
            <a:t>LRT</a:t>
          </a:r>
          <a:endParaRPr lang="en-US" dirty="0"/>
        </a:p>
      </dgm:t>
    </dgm:pt>
    <dgm:pt modelId="{2E28317B-C704-4643-AFDA-73EFFFFC0021}" type="parTrans" cxnId="{CCFB8321-1144-4DF0-BF89-770C44C02EA8}">
      <dgm:prSet/>
      <dgm:spPr/>
      <dgm:t>
        <a:bodyPr/>
        <a:lstStyle/>
        <a:p>
          <a:endParaRPr lang="en-US"/>
        </a:p>
      </dgm:t>
    </dgm:pt>
    <dgm:pt modelId="{03C2C1A9-29BB-4AA0-881A-E6D0D6E44AE0}" type="sibTrans" cxnId="{CCFB8321-1144-4DF0-BF89-770C44C02EA8}">
      <dgm:prSet/>
      <dgm:spPr/>
      <dgm:t>
        <a:bodyPr/>
        <a:lstStyle/>
        <a:p>
          <a:endParaRPr lang="en-US"/>
        </a:p>
      </dgm:t>
    </dgm:pt>
    <dgm:pt modelId="{782CAC86-C520-4E8E-A753-43DAA0AD7ADE}">
      <dgm:prSet phldrT="[Text]"/>
      <dgm:spPr/>
      <dgm:t>
        <a:bodyPr/>
        <a:lstStyle/>
        <a:p>
          <a:r>
            <a:rPr lang="id-ID" dirty="0"/>
            <a:t>Moda transportasi lain: </a:t>
          </a:r>
          <a:endParaRPr lang="en-US" dirty="0"/>
        </a:p>
      </dgm:t>
    </dgm:pt>
    <dgm:pt modelId="{CEB1C3BB-B85D-465D-8E49-96FD7F46A8A5}" type="parTrans" cxnId="{AB17E5F3-4544-460C-9922-59FED3F483CC}">
      <dgm:prSet/>
      <dgm:spPr/>
      <dgm:t>
        <a:bodyPr/>
        <a:lstStyle/>
        <a:p>
          <a:endParaRPr lang="en-US"/>
        </a:p>
      </dgm:t>
    </dgm:pt>
    <dgm:pt modelId="{4633C1FB-F7E8-4A51-87E2-AB6DB53D9CD9}" type="sibTrans" cxnId="{AB17E5F3-4544-460C-9922-59FED3F483CC}">
      <dgm:prSet/>
      <dgm:spPr/>
      <dgm:t>
        <a:bodyPr/>
        <a:lstStyle/>
        <a:p>
          <a:endParaRPr lang="en-US"/>
        </a:p>
      </dgm:t>
    </dgm:pt>
    <dgm:pt modelId="{3C2F2DE0-5F63-4E4B-900E-544BE2DEE486}">
      <dgm:prSet/>
      <dgm:spPr/>
      <dgm:t>
        <a:bodyPr/>
        <a:lstStyle/>
        <a:p>
          <a:pPr>
            <a:buSzPts val="1000"/>
            <a:buFont typeface="Courier New" panose="02070309020205020404" pitchFamily="49" charset="0"/>
            <a:buChar char="o"/>
          </a:pPr>
          <a:r>
            <a:rPr lang="id-ID"/>
            <a:t>3-5 kali</a:t>
          </a:r>
          <a:endParaRPr lang="en-US"/>
        </a:p>
      </dgm:t>
    </dgm:pt>
    <dgm:pt modelId="{F00BD365-FD7B-4789-B705-7EF43F0F95F8}" type="parTrans" cxnId="{95C62BEE-4CBB-4568-9B16-4034DC62BF36}">
      <dgm:prSet/>
      <dgm:spPr/>
      <dgm:t>
        <a:bodyPr/>
        <a:lstStyle/>
        <a:p>
          <a:endParaRPr lang="en-US"/>
        </a:p>
      </dgm:t>
    </dgm:pt>
    <dgm:pt modelId="{199F9852-BB9D-402E-A21C-8CF8DFF1A3FF}" type="sibTrans" cxnId="{95C62BEE-4CBB-4568-9B16-4034DC62BF36}">
      <dgm:prSet/>
      <dgm:spPr/>
      <dgm:t>
        <a:bodyPr/>
        <a:lstStyle/>
        <a:p>
          <a:endParaRPr lang="en-US"/>
        </a:p>
      </dgm:t>
    </dgm:pt>
    <dgm:pt modelId="{1B9A587D-DA01-4990-8DB3-F56B5369CCE1}">
      <dgm:prSet/>
      <dgm:spPr/>
      <dgm:t>
        <a:bodyPr/>
        <a:lstStyle/>
        <a:p>
          <a:pPr>
            <a:buSzPts val="1000"/>
            <a:buFont typeface="Courier New" panose="02070309020205020404" pitchFamily="49" charset="0"/>
            <a:buChar char="o"/>
          </a:pPr>
          <a:r>
            <a:rPr lang="id-ID"/>
            <a:t>6-10 kali</a:t>
          </a:r>
          <a:endParaRPr lang="en-US"/>
        </a:p>
      </dgm:t>
    </dgm:pt>
    <dgm:pt modelId="{F15D988D-60EB-49C8-AACC-A1551A807E2A}" type="parTrans" cxnId="{0F4D608C-71B7-4FBE-8AF2-BA8F7C7D0D00}">
      <dgm:prSet/>
      <dgm:spPr/>
      <dgm:t>
        <a:bodyPr/>
        <a:lstStyle/>
        <a:p>
          <a:endParaRPr lang="en-US"/>
        </a:p>
      </dgm:t>
    </dgm:pt>
    <dgm:pt modelId="{AF2A6D7D-3DA8-4975-A66E-70C6D7AE01E1}" type="sibTrans" cxnId="{0F4D608C-71B7-4FBE-8AF2-BA8F7C7D0D00}">
      <dgm:prSet/>
      <dgm:spPr/>
      <dgm:t>
        <a:bodyPr/>
        <a:lstStyle/>
        <a:p>
          <a:endParaRPr lang="en-US"/>
        </a:p>
      </dgm:t>
    </dgm:pt>
    <dgm:pt modelId="{41B64145-FBAC-40A3-976D-5561157CB8B1}">
      <dgm:prSet/>
      <dgm:spPr/>
      <dgm:t>
        <a:bodyPr/>
        <a:lstStyle/>
        <a:p>
          <a:pPr>
            <a:buSzPts val="1000"/>
            <a:buFont typeface="Courier New" panose="02070309020205020404" pitchFamily="49" charset="0"/>
            <a:buChar char="o"/>
          </a:pPr>
          <a:r>
            <a:rPr lang="id-ID" dirty="0"/>
            <a:t>Lebih dari 10 kali</a:t>
          </a:r>
          <a:endParaRPr lang="en-US" dirty="0"/>
        </a:p>
      </dgm:t>
    </dgm:pt>
    <dgm:pt modelId="{D9C63196-B2E5-4EF8-A6C4-99492C29699C}" type="parTrans" cxnId="{E7A37133-FD6B-423D-A202-828D41FEEABE}">
      <dgm:prSet/>
      <dgm:spPr/>
      <dgm:t>
        <a:bodyPr/>
        <a:lstStyle/>
        <a:p>
          <a:endParaRPr lang="en-US"/>
        </a:p>
      </dgm:t>
    </dgm:pt>
    <dgm:pt modelId="{41289F1E-EEA2-4BC6-8E0D-3FDEFE3B77C7}" type="sibTrans" cxnId="{E7A37133-FD6B-423D-A202-828D41FEEABE}">
      <dgm:prSet/>
      <dgm:spPr/>
      <dgm:t>
        <a:bodyPr/>
        <a:lstStyle/>
        <a:p>
          <a:endParaRPr lang="en-US"/>
        </a:p>
      </dgm:t>
    </dgm:pt>
    <dgm:pt modelId="{E939345A-2242-4DF6-9B25-85D86A679162}">
      <dgm:prSet/>
      <dgm:spPr/>
      <dgm:t>
        <a:bodyPr/>
        <a:lstStyle/>
        <a:p>
          <a:pPr>
            <a:buSzPts val="1000"/>
            <a:buFont typeface="Courier New" panose="02070309020205020404" pitchFamily="49" charset="0"/>
            <a:buChar char="o"/>
          </a:pPr>
          <a:r>
            <a:rPr lang="id-ID"/>
            <a:t>2</a:t>
          </a:r>
          <a:endParaRPr lang="en-US"/>
        </a:p>
      </dgm:t>
    </dgm:pt>
    <dgm:pt modelId="{FAE73736-B5A9-453C-8A1A-E82D7C4DA92D}" type="parTrans" cxnId="{404760ED-91E7-443E-A8D4-F3BD66B6E7C9}">
      <dgm:prSet/>
      <dgm:spPr/>
      <dgm:t>
        <a:bodyPr/>
        <a:lstStyle/>
        <a:p>
          <a:endParaRPr lang="en-US"/>
        </a:p>
      </dgm:t>
    </dgm:pt>
    <dgm:pt modelId="{066CDFDC-33DC-4586-84CE-10D6D7555D20}" type="sibTrans" cxnId="{404760ED-91E7-443E-A8D4-F3BD66B6E7C9}">
      <dgm:prSet/>
      <dgm:spPr/>
      <dgm:t>
        <a:bodyPr/>
        <a:lstStyle/>
        <a:p>
          <a:endParaRPr lang="en-US"/>
        </a:p>
      </dgm:t>
    </dgm:pt>
    <dgm:pt modelId="{A8DF44AD-23E4-4829-A688-EC3CAA7756A7}">
      <dgm:prSet/>
      <dgm:spPr/>
      <dgm:t>
        <a:bodyPr/>
        <a:lstStyle/>
        <a:p>
          <a:pPr>
            <a:buSzPts val="1000"/>
            <a:buFont typeface="Courier New" panose="02070309020205020404" pitchFamily="49" charset="0"/>
            <a:buChar char="o"/>
          </a:pPr>
          <a:r>
            <a:rPr lang="id-ID"/>
            <a:t>3</a:t>
          </a:r>
          <a:endParaRPr lang="en-US"/>
        </a:p>
      </dgm:t>
    </dgm:pt>
    <dgm:pt modelId="{4C679BAA-F770-4CCC-BB57-2DEE27F639FC}" type="parTrans" cxnId="{E6DBEB37-BF63-4B31-A02B-18C77AA3A151}">
      <dgm:prSet/>
      <dgm:spPr/>
      <dgm:t>
        <a:bodyPr/>
        <a:lstStyle/>
        <a:p>
          <a:endParaRPr lang="en-US"/>
        </a:p>
      </dgm:t>
    </dgm:pt>
    <dgm:pt modelId="{DB5ADB62-CACE-4C2D-B9E1-B6E948890D57}" type="sibTrans" cxnId="{E6DBEB37-BF63-4B31-A02B-18C77AA3A151}">
      <dgm:prSet/>
      <dgm:spPr/>
      <dgm:t>
        <a:bodyPr/>
        <a:lstStyle/>
        <a:p>
          <a:endParaRPr lang="en-US"/>
        </a:p>
      </dgm:t>
    </dgm:pt>
    <dgm:pt modelId="{8851693B-5231-4572-9721-9965586B325F}">
      <dgm:prSet/>
      <dgm:spPr/>
      <dgm:t>
        <a:bodyPr/>
        <a:lstStyle/>
        <a:p>
          <a:pPr>
            <a:buSzPts val="1000"/>
            <a:buFont typeface="Courier New" panose="02070309020205020404" pitchFamily="49" charset="0"/>
            <a:buChar char="o"/>
          </a:pPr>
          <a:r>
            <a:rPr lang="id-ID"/>
            <a:t>4</a:t>
          </a:r>
          <a:endParaRPr lang="en-US"/>
        </a:p>
      </dgm:t>
    </dgm:pt>
    <dgm:pt modelId="{1C2FB782-53A6-4C89-A2A4-9D32483AAA0E}" type="parTrans" cxnId="{A05338A4-9052-4C43-9916-9586335335F9}">
      <dgm:prSet/>
      <dgm:spPr/>
      <dgm:t>
        <a:bodyPr/>
        <a:lstStyle/>
        <a:p>
          <a:endParaRPr lang="en-US"/>
        </a:p>
      </dgm:t>
    </dgm:pt>
    <dgm:pt modelId="{A7160977-A1A0-423E-996B-81B9B65E0AB5}" type="sibTrans" cxnId="{A05338A4-9052-4C43-9916-9586335335F9}">
      <dgm:prSet/>
      <dgm:spPr/>
      <dgm:t>
        <a:bodyPr/>
        <a:lstStyle/>
        <a:p>
          <a:endParaRPr lang="en-US"/>
        </a:p>
      </dgm:t>
    </dgm:pt>
    <dgm:pt modelId="{E7DA7492-190B-44EC-926D-12A1BE1C1C91}">
      <dgm:prSet/>
      <dgm:spPr/>
      <dgm:t>
        <a:bodyPr/>
        <a:lstStyle/>
        <a:p>
          <a:pPr>
            <a:buSzPts val="1000"/>
            <a:buFont typeface="Courier New" panose="02070309020205020404" pitchFamily="49" charset="0"/>
            <a:buChar char="o"/>
          </a:pPr>
          <a:r>
            <a:rPr lang="id-ID" dirty="0"/>
            <a:t>5</a:t>
          </a:r>
          <a:endParaRPr lang="en-US" dirty="0"/>
        </a:p>
      </dgm:t>
    </dgm:pt>
    <dgm:pt modelId="{B4AB6B34-032E-49FE-9344-4FB5EDC6D5A0}" type="parTrans" cxnId="{AF2F7DED-88B5-4838-B39F-9C95E4E4E153}">
      <dgm:prSet/>
      <dgm:spPr/>
      <dgm:t>
        <a:bodyPr/>
        <a:lstStyle/>
        <a:p>
          <a:endParaRPr lang="en-US"/>
        </a:p>
      </dgm:t>
    </dgm:pt>
    <dgm:pt modelId="{BB7DF42C-9F47-415E-B053-E31481057E96}" type="sibTrans" cxnId="{AF2F7DED-88B5-4838-B39F-9C95E4E4E153}">
      <dgm:prSet/>
      <dgm:spPr/>
      <dgm:t>
        <a:bodyPr/>
        <a:lstStyle/>
        <a:p>
          <a:endParaRPr lang="en-US"/>
        </a:p>
      </dgm:t>
    </dgm:pt>
    <dgm:pt modelId="{F8CA5EA8-D5ED-49C4-AA45-33A8F69D5A37}" type="pres">
      <dgm:prSet presAssocID="{3B4705B8-9DF1-4E9A-BD95-5CC8C5D9148F}" presName="Name0" presStyleCnt="0">
        <dgm:presLayoutVars>
          <dgm:dir/>
          <dgm:animLvl val="lvl"/>
          <dgm:resizeHandles val="exact"/>
        </dgm:presLayoutVars>
      </dgm:prSet>
      <dgm:spPr/>
    </dgm:pt>
    <dgm:pt modelId="{A3EE77D5-918A-4334-A989-ACAD45960498}" type="pres">
      <dgm:prSet presAssocID="{4F5BD747-E1F4-4F7C-B2E4-E8850B6DA9CF}" presName="composite" presStyleCnt="0"/>
      <dgm:spPr/>
    </dgm:pt>
    <dgm:pt modelId="{D769FC9C-5AD9-43EC-9E88-C82EE956D118}" type="pres">
      <dgm:prSet presAssocID="{4F5BD747-E1F4-4F7C-B2E4-E8850B6DA9CF}" presName="parTx" presStyleLbl="alignNode1" presStyleIdx="0" presStyleCnt="3">
        <dgm:presLayoutVars>
          <dgm:chMax val="0"/>
          <dgm:chPref val="0"/>
          <dgm:bulletEnabled val="1"/>
        </dgm:presLayoutVars>
      </dgm:prSet>
      <dgm:spPr/>
    </dgm:pt>
    <dgm:pt modelId="{5CF09014-0D91-4A79-9E0B-8AA9BC8DAE02}" type="pres">
      <dgm:prSet presAssocID="{4F5BD747-E1F4-4F7C-B2E4-E8850B6DA9CF}" presName="desTx" presStyleLbl="alignAccFollowNode1" presStyleIdx="0" presStyleCnt="3">
        <dgm:presLayoutVars>
          <dgm:bulletEnabled val="1"/>
        </dgm:presLayoutVars>
      </dgm:prSet>
      <dgm:spPr/>
    </dgm:pt>
    <dgm:pt modelId="{7996D179-6AA9-49FB-8DC5-8F33789CCF34}" type="pres">
      <dgm:prSet presAssocID="{E504DF83-D0C7-430F-97F1-891A39F33ABA}" presName="space" presStyleCnt="0"/>
      <dgm:spPr/>
    </dgm:pt>
    <dgm:pt modelId="{039810EE-7D14-4C84-95AE-D55D18C4EA7E}" type="pres">
      <dgm:prSet presAssocID="{D26A0F12-F2B3-4AC5-A708-28D44E092C5E}" presName="composite" presStyleCnt="0"/>
      <dgm:spPr/>
    </dgm:pt>
    <dgm:pt modelId="{B810372E-7616-45AA-959F-3483A7E3992F}" type="pres">
      <dgm:prSet presAssocID="{D26A0F12-F2B3-4AC5-A708-28D44E092C5E}" presName="parTx" presStyleLbl="alignNode1" presStyleIdx="1" presStyleCnt="3">
        <dgm:presLayoutVars>
          <dgm:chMax val="0"/>
          <dgm:chPref val="0"/>
          <dgm:bulletEnabled val="1"/>
        </dgm:presLayoutVars>
      </dgm:prSet>
      <dgm:spPr/>
    </dgm:pt>
    <dgm:pt modelId="{20982E26-3959-4626-A31F-733BADE1392A}" type="pres">
      <dgm:prSet presAssocID="{D26A0F12-F2B3-4AC5-A708-28D44E092C5E}" presName="desTx" presStyleLbl="alignAccFollowNode1" presStyleIdx="1" presStyleCnt="3">
        <dgm:presLayoutVars>
          <dgm:bulletEnabled val="1"/>
        </dgm:presLayoutVars>
      </dgm:prSet>
      <dgm:spPr/>
    </dgm:pt>
    <dgm:pt modelId="{B5E63C0A-30D0-4D0E-B3A7-4E87A21E0659}" type="pres">
      <dgm:prSet presAssocID="{CFC496F9-6F20-469C-A766-518CD9C271FB}" presName="space" presStyleCnt="0"/>
      <dgm:spPr/>
    </dgm:pt>
    <dgm:pt modelId="{ADBADE86-B382-411B-8381-2D410E24A30A}" type="pres">
      <dgm:prSet presAssocID="{1B1D2C52-A46A-4153-9D28-E9DA80B40C5B}" presName="composite" presStyleCnt="0"/>
      <dgm:spPr/>
    </dgm:pt>
    <dgm:pt modelId="{51DD4AF4-CBF0-4AAE-941A-ACE8E4B1B4E5}" type="pres">
      <dgm:prSet presAssocID="{1B1D2C52-A46A-4153-9D28-E9DA80B40C5B}" presName="parTx" presStyleLbl="alignNode1" presStyleIdx="2" presStyleCnt="3">
        <dgm:presLayoutVars>
          <dgm:chMax val="0"/>
          <dgm:chPref val="0"/>
          <dgm:bulletEnabled val="1"/>
        </dgm:presLayoutVars>
      </dgm:prSet>
      <dgm:spPr/>
    </dgm:pt>
    <dgm:pt modelId="{A7BA8930-189F-4592-9633-F59702B1E87A}" type="pres">
      <dgm:prSet presAssocID="{1B1D2C52-A46A-4153-9D28-E9DA80B40C5B}" presName="desTx" presStyleLbl="alignAccFollowNode1" presStyleIdx="2" presStyleCnt="3">
        <dgm:presLayoutVars>
          <dgm:bulletEnabled val="1"/>
        </dgm:presLayoutVars>
      </dgm:prSet>
      <dgm:spPr/>
    </dgm:pt>
  </dgm:ptLst>
  <dgm:cxnLst>
    <dgm:cxn modelId="{93012109-ACF1-41F9-9340-DF9BA52D9446}" type="presOf" srcId="{E7DA7492-190B-44EC-926D-12A1BE1C1C91}" destId="{A7BA8930-189F-4592-9633-F59702B1E87A}" srcOrd="0" destOrd="4" presId="urn:microsoft.com/office/officeart/2005/8/layout/hList1"/>
    <dgm:cxn modelId="{19866B16-7A4C-4BED-98CD-D9416012F7CC}" type="presOf" srcId="{A8DF44AD-23E4-4829-A688-EC3CAA7756A7}" destId="{A7BA8930-189F-4592-9633-F59702B1E87A}" srcOrd="0" destOrd="2" presId="urn:microsoft.com/office/officeart/2005/8/layout/hList1"/>
    <dgm:cxn modelId="{B0EBEF1E-1134-47E5-97D0-7ADDBA41BF22}" srcId="{4F5BD747-E1F4-4F7C-B2E4-E8850B6DA9CF}" destId="{947268C5-320E-47F5-9F60-72A7D01AEB1D}" srcOrd="1" destOrd="0" parTransId="{8F8501D0-C027-45C9-825B-E184308BEA29}" sibTransId="{F1B469CC-8290-4C7A-8DD7-45481A876EAA}"/>
    <dgm:cxn modelId="{CCFB8321-1144-4DF0-BF89-770C44C02EA8}" srcId="{4F5BD747-E1F4-4F7C-B2E4-E8850B6DA9CF}" destId="{2D2F6775-138E-4A32-A2E9-FA9F9C996775}" srcOrd="2" destOrd="0" parTransId="{2E28317B-C704-4643-AFDA-73EFFFFC0021}" sibTransId="{03C2C1A9-29BB-4AA0-881A-E6D0D6E44AE0}"/>
    <dgm:cxn modelId="{FD25AD24-86CC-43C5-8A52-5287883BDDC2}" type="presOf" srcId="{782CAC86-C520-4E8E-A753-43DAA0AD7ADE}" destId="{5CF09014-0D91-4A79-9E0B-8AA9BC8DAE02}" srcOrd="0" destOrd="3" presId="urn:microsoft.com/office/officeart/2005/8/layout/hList1"/>
    <dgm:cxn modelId="{86C5FA29-6479-4F26-902D-54BB8C772552}" type="presOf" srcId="{D26A0F12-F2B3-4AC5-A708-28D44E092C5E}" destId="{B810372E-7616-45AA-959F-3483A7E3992F}" srcOrd="0" destOrd="0" presId="urn:microsoft.com/office/officeart/2005/8/layout/hList1"/>
    <dgm:cxn modelId="{31B1FC29-F2FC-4691-B462-BFB03A994000}" type="presOf" srcId="{8851693B-5231-4572-9721-9965586B325F}" destId="{A7BA8930-189F-4592-9633-F59702B1E87A}" srcOrd="0" destOrd="3" presId="urn:microsoft.com/office/officeart/2005/8/layout/hList1"/>
    <dgm:cxn modelId="{E7A37133-FD6B-423D-A202-828D41FEEABE}" srcId="{D26A0F12-F2B3-4AC5-A708-28D44E092C5E}" destId="{41B64145-FBAC-40A3-976D-5561157CB8B1}" srcOrd="3" destOrd="0" parTransId="{D9C63196-B2E5-4EF8-A6C4-99492C29699C}" sibTransId="{41289F1E-EEA2-4BC6-8E0D-3FDEFE3B77C7}"/>
    <dgm:cxn modelId="{E6DBEB37-BF63-4B31-A02B-18C77AA3A151}" srcId="{1B1D2C52-A46A-4153-9D28-E9DA80B40C5B}" destId="{A8DF44AD-23E4-4829-A688-EC3CAA7756A7}" srcOrd="2" destOrd="0" parTransId="{4C679BAA-F770-4CCC-BB57-2DEE27F639FC}" sibTransId="{DB5ADB62-CACE-4C2D-B9E1-B6E948890D57}"/>
    <dgm:cxn modelId="{7EDDD27A-C077-49AB-8902-F00EA8B47052}" type="presOf" srcId="{CCC7139B-81DC-4201-880D-9C5F9252AF42}" destId="{A7BA8930-189F-4592-9633-F59702B1E87A}" srcOrd="0" destOrd="0" presId="urn:microsoft.com/office/officeart/2005/8/layout/hList1"/>
    <dgm:cxn modelId="{8C86E37C-C934-45C8-AFD2-9D25A71140C5}" type="presOf" srcId="{3C2F2DE0-5F63-4E4B-900E-544BE2DEE486}" destId="{20982E26-3959-4626-A31F-733BADE1392A}" srcOrd="0" destOrd="1" presId="urn:microsoft.com/office/officeart/2005/8/layout/hList1"/>
    <dgm:cxn modelId="{BA24BA86-35D8-47C5-8535-19CF0C8BDF5B}" type="presOf" srcId="{947268C5-320E-47F5-9F60-72A7D01AEB1D}" destId="{5CF09014-0D91-4A79-9E0B-8AA9BC8DAE02}" srcOrd="0" destOrd="1" presId="urn:microsoft.com/office/officeart/2005/8/layout/hList1"/>
    <dgm:cxn modelId="{0F4D608C-71B7-4FBE-8AF2-BA8F7C7D0D00}" srcId="{D26A0F12-F2B3-4AC5-A708-28D44E092C5E}" destId="{1B9A587D-DA01-4990-8DB3-F56B5369CCE1}" srcOrd="2" destOrd="0" parTransId="{F15D988D-60EB-49C8-AACC-A1551A807E2A}" sibTransId="{AF2A6D7D-3DA8-4975-A66E-70C6D7AE01E1}"/>
    <dgm:cxn modelId="{E82F988E-37C4-4C1C-AA17-2B1123F98F6B}" srcId="{3B4705B8-9DF1-4E9A-BD95-5CC8C5D9148F}" destId="{4F5BD747-E1F4-4F7C-B2E4-E8850B6DA9CF}" srcOrd="0" destOrd="0" parTransId="{29FBDD1D-0605-4D51-A2B5-F3555E7D73FD}" sibTransId="{E504DF83-D0C7-430F-97F1-891A39F33ABA}"/>
    <dgm:cxn modelId="{C50D2A99-65E0-4546-91D4-9A534F5A0520}" type="presOf" srcId="{E939345A-2242-4DF6-9B25-85D86A679162}" destId="{A7BA8930-189F-4592-9633-F59702B1E87A}" srcOrd="0" destOrd="1" presId="urn:microsoft.com/office/officeart/2005/8/layout/hList1"/>
    <dgm:cxn modelId="{85F13B9E-AD6D-45BC-BC96-939DEC2BC6BF}" type="presOf" srcId="{3B4705B8-9DF1-4E9A-BD95-5CC8C5D9148F}" destId="{F8CA5EA8-D5ED-49C4-AA45-33A8F69D5A37}" srcOrd="0" destOrd="0" presId="urn:microsoft.com/office/officeart/2005/8/layout/hList1"/>
    <dgm:cxn modelId="{A05338A4-9052-4C43-9916-9586335335F9}" srcId="{1B1D2C52-A46A-4153-9D28-E9DA80B40C5B}" destId="{8851693B-5231-4572-9721-9965586B325F}" srcOrd="3" destOrd="0" parTransId="{1C2FB782-53A6-4C89-A2A4-9D32483AAA0E}" sibTransId="{A7160977-A1A0-423E-996B-81B9B65E0AB5}"/>
    <dgm:cxn modelId="{792BE3A4-7DDF-4047-8E7E-E30AC10DDFF2}" srcId="{D26A0F12-F2B3-4AC5-A708-28D44E092C5E}" destId="{8CA4CB38-1E5D-438E-98B3-EFE0BE78A56C}" srcOrd="0" destOrd="0" parTransId="{0C4BC8AD-2F14-449D-A527-D9834DD8E34E}" sibTransId="{21C921E1-DD35-4287-9500-8435E7F8988E}"/>
    <dgm:cxn modelId="{20BE8DA6-5E1A-464A-AD92-01D3CBA8A082}" srcId="{1B1D2C52-A46A-4153-9D28-E9DA80B40C5B}" destId="{CCC7139B-81DC-4201-880D-9C5F9252AF42}" srcOrd="0" destOrd="0" parTransId="{FC2599CF-DED7-4A6F-8B38-C61AB08A6880}" sibTransId="{672F849D-3007-438D-B3DA-44C92DB045C2}"/>
    <dgm:cxn modelId="{0E64A4B3-E646-49F4-BCE9-E29BD108E967}" type="presOf" srcId="{41B64145-FBAC-40A3-976D-5561157CB8B1}" destId="{20982E26-3959-4626-A31F-733BADE1392A}" srcOrd="0" destOrd="3" presId="urn:microsoft.com/office/officeart/2005/8/layout/hList1"/>
    <dgm:cxn modelId="{9DCCAABD-1D8B-4200-8209-2FAEA81429BF}" type="presOf" srcId="{CB88BA48-9E27-427E-A5ED-AFF62F6EFBD4}" destId="{5CF09014-0D91-4A79-9E0B-8AA9BC8DAE02}" srcOrd="0" destOrd="0" presId="urn:microsoft.com/office/officeart/2005/8/layout/hList1"/>
    <dgm:cxn modelId="{EB48D6C9-8B48-4467-9D7D-BE1FEC0A2F60}" type="presOf" srcId="{1B9A587D-DA01-4990-8DB3-F56B5369CCE1}" destId="{20982E26-3959-4626-A31F-733BADE1392A}" srcOrd="0" destOrd="2" presId="urn:microsoft.com/office/officeart/2005/8/layout/hList1"/>
    <dgm:cxn modelId="{BCACBACB-A9A9-4033-895C-072EC2CDC333}" srcId="{3B4705B8-9DF1-4E9A-BD95-5CC8C5D9148F}" destId="{D26A0F12-F2B3-4AC5-A708-28D44E092C5E}" srcOrd="1" destOrd="0" parTransId="{B7D5A632-3843-4387-BC20-7A53EE92A055}" sibTransId="{CFC496F9-6F20-469C-A766-518CD9C271FB}"/>
    <dgm:cxn modelId="{D09D83CD-6B5B-4FF4-9FEB-4F76EF7056DF}" type="presOf" srcId="{1B1D2C52-A46A-4153-9D28-E9DA80B40C5B}" destId="{51DD4AF4-CBF0-4AAE-941A-ACE8E4B1B4E5}" srcOrd="0" destOrd="0" presId="urn:microsoft.com/office/officeart/2005/8/layout/hList1"/>
    <dgm:cxn modelId="{BFEB38D7-5F9B-48A4-9C41-E98E4D3FBCA4}" srcId="{4F5BD747-E1F4-4F7C-B2E4-E8850B6DA9CF}" destId="{CB88BA48-9E27-427E-A5ED-AFF62F6EFBD4}" srcOrd="0" destOrd="0" parTransId="{A7CE3B46-4E03-4203-8A6B-CB867BFDA505}" sibTransId="{35D2C72D-8380-4804-8B14-FA807863CDC4}"/>
    <dgm:cxn modelId="{AC3E21E5-7BDA-4D0D-8600-91DE58AE58C7}" type="presOf" srcId="{4F5BD747-E1F4-4F7C-B2E4-E8850B6DA9CF}" destId="{D769FC9C-5AD9-43EC-9E88-C82EE956D118}" srcOrd="0" destOrd="0" presId="urn:microsoft.com/office/officeart/2005/8/layout/hList1"/>
    <dgm:cxn modelId="{36CAC1E8-7FF8-49C0-9BCC-A75048879A67}" type="presOf" srcId="{8CA4CB38-1E5D-438E-98B3-EFE0BE78A56C}" destId="{20982E26-3959-4626-A31F-733BADE1392A}" srcOrd="0" destOrd="0" presId="urn:microsoft.com/office/officeart/2005/8/layout/hList1"/>
    <dgm:cxn modelId="{D2FB78EB-BD31-429C-99E2-1276880E61C9}" type="presOf" srcId="{2D2F6775-138E-4A32-A2E9-FA9F9C996775}" destId="{5CF09014-0D91-4A79-9E0B-8AA9BC8DAE02}" srcOrd="0" destOrd="2" presId="urn:microsoft.com/office/officeart/2005/8/layout/hList1"/>
    <dgm:cxn modelId="{404760ED-91E7-443E-A8D4-F3BD66B6E7C9}" srcId="{1B1D2C52-A46A-4153-9D28-E9DA80B40C5B}" destId="{E939345A-2242-4DF6-9B25-85D86A679162}" srcOrd="1" destOrd="0" parTransId="{FAE73736-B5A9-453C-8A1A-E82D7C4DA92D}" sibTransId="{066CDFDC-33DC-4586-84CE-10D6D7555D20}"/>
    <dgm:cxn modelId="{AF2F7DED-88B5-4838-B39F-9C95E4E4E153}" srcId="{1B1D2C52-A46A-4153-9D28-E9DA80B40C5B}" destId="{E7DA7492-190B-44EC-926D-12A1BE1C1C91}" srcOrd="4" destOrd="0" parTransId="{B4AB6B34-032E-49FE-9344-4FB5EDC6D5A0}" sibTransId="{BB7DF42C-9F47-415E-B053-E31481057E96}"/>
    <dgm:cxn modelId="{95C62BEE-4CBB-4568-9B16-4034DC62BF36}" srcId="{D26A0F12-F2B3-4AC5-A708-28D44E092C5E}" destId="{3C2F2DE0-5F63-4E4B-900E-544BE2DEE486}" srcOrd="1" destOrd="0" parTransId="{F00BD365-FD7B-4789-B705-7EF43F0F95F8}" sibTransId="{199F9852-BB9D-402E-A21C-8CF8DFF1A3FF}"/>
    <dgm:cxn modelId="{AB17E5F3-4544-460C-9922-59FED3F483CC}" srcId="{4F5BD747-E1F4-4F7C-B2E4-E8850B6DA9CF}" destId="{782CAC86-C520-4E8E-A753-43DAA0AD7ADE}" srcOrd="3" destOrd="0" parTransId="{CEB1C3BB-B85D-465D-8E49-96FD7F46A8A5}" sibTransId="{4633C1FB-F7E8-4A51-87E2-AB6DB53D9CD9}"/>
    <dgm:cxn modelId="{715AD5FD-A312-4ED8-8F17-CB25AD7C28F3}" srcId="{3B4705B8-9DF1-4E9A-BD95-5CC8C5D9148F}" destId="{1B1D2C52-A46A-4153-9D28-E9DA80B40C5B}" srcOrd="2" destOrd="0" parTransId="{9D66DEF6-8D83-434F-990C-D4C6CA5E9038}" sibTransId="{8EDA7D2B-4CED-4A45-B81F-912DDDA3EB79}"/>
    <dgm:cxn modelId="{C932C54D-91CA-4099-A865-371A99B7B77A}" type="presParOf" srcId="{F8CA5EA8-D5ED-49C4-AA45-33A8F69D5A37}" destId="{A3EE77D5-918A-4334-A989-ACAD45960498}" srcOrd="0" destOrd="0" presId="urn:microsoft.com/office/officeart/2005/8/layout/hList1"/>
    <dgm:cxn modelId="{7599222E-5F72-46F4-BA4F-A56302EDDE19}" type="presParOf" srcId="{A3EE77D5-918A-4334-A989-ACAD45960498}" destId="{D769FC9C-5AD9-43EC-9E88-C82EE956D118}" srcOrd="0" destOrd="0" presId="urn:microsoft.com/office/officeart/2005/8/layout/hList1"/>
    <dgm:cxn modelId="{95121479-A737-47E1-ADD7-5CEEE1035F28}" type="presParOf" srcId="{A3EE77D5-918A-4334-A989-ACAD45960498}" destId="{5CF09014-0D91-4A79-9E0B-8AA9BC8DAE02}" srcOrd="1" destOrd="0" presId="urn:microsoft.com/office/officeart/2005/8/layout/hList1"/>
    <dgm:cxn modelId="{6600FF5A-97BC-493C-803E-A1DA55812814}" type="presParOf" srcId="{F8CA5EA8-D5ED-49C4-AA45-33A8F69D5A37}" destId="{7996D179-6AA9-49FB-8DC5-8F33789CCF34}" srcOrd="1" destOrd="0" presId="urn:microsoft.com/office/officeart/2005/8/layout/hList1"/>
    <dgm:cxn modelId="{182AD97B-445B-4D38-AB39-85D0A02DA882}" type="presParOf" srcId="{F8CA5EA8-D5ED-49C4-AA45-33A8F69D5A37}" destId="{039810EE-7D14-4C84-95AE-D55D18C4EA7E}" srcOrd="2" destOrd="0" presId="urn:microsoft.com/office/officeart/2005/8/layout/hList1"/>
    <dgm:cxn modelId="{2D616899-2470-4E81-91BB-88CC923CB64F}" type="presParOf" srcId="{039810EE-7D14-4C84-95AE-D55D18C4EA7E}" destId="{B810372E-7616-45AA-959F-3483A7E3992F}" srcOrd="0" destOrd="0" presId="urn:microsoft.com/office/officeart/2005/8/layout/hList1"/>
    <dgm:cxn modelId="{8DCD5B5B-4904-4A04-99A4-918E3E3AE413}" type="presParOf" srcId="{039810EE-7D14-4C84-95AE-D55D18C4EA7E}" destId="{20982E26-3959-4626-A31F-733BADE1392A}" srcOrd="1" destOrd="0" presId="urn:microsoft.com/office/officeart/2005/8/layout/hList1"/>
    <dgm:cxn modelId="{47C16E45-9946-49C5-BAE1-A24B50501A56}" type="presParOf" srcId="{F8CA5EA8-D5ED-49C4-AA45-33A8F69D5A37}" destId="{B5E63C0A-30D0-4D0E-B3A7-4E87A21E0659}" srcOrd="3" destOrd="0" presId="urn:microsoft.com/office/officeart/2005/8/layout/hList1"/>
    <dgm:cxn modelId="{C8DBF4D1-A4A3-4292-9711-1C7692DB7708}" type="presParOf" srcId="{F8CA5EA8-D5ED-49C4-AA45-33A8F69D5A37}" destId="{ADBADE86-B382-411B-8381-2D410E24A30A}" srcOrd="4" destOrd="0" presId="urn:microsoft.com/office/officeart/2005/8/layout/hList1"/>
    <dgm:cxn modelId="{652DD313-FB24-4C98-B4CD-2B4F83A3D4E3}" type="presParOf" srcId="{ADBADE86-B382-411B-8381-2D410E24A30A}" destId="{51DD4AF4-CBF0-4AAE-941A-ACE8E4B1B4E5}" srcOrd="0" destOrd="0" presId="urn:microsoft.com/office/officeart/2005/8/layout/hList1"/>
    <dgm:cxn modelId="{8282A8A0-3CDE-487D-8E78-20BAAF16E7D7}" type="presParOf" srcId="{ADBADE86-B382-411B-8381-2D410E24A30A}" destId="{A7BA8930-189F-4592-9633-F59702B1E87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B4705B8-9DF1-4E9A-BD95-5CC8C5D9148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F5BD747-E1F4-4F7C-B2E4-E8850B6DA9CF}">
      <dgm:prSet phldrT="[Text]"/>
      <dgm:spPr/>
      <dgm:t>
        <a:bodyPr/>
        <a:lstStyle/>
        <a:p>
          <a:r>
            <a:rPr lang="id-ID" b="1" dirty="0"/>
            <a:t>Biaya (Ongkos/Tarif)</a:t>
          </a:r>
          <a:r>
            <a:rPr lang="id-ID" dirty="0"/>
            <a:t>: Seberapa penting biaya dalam pemilihan moda transportasi?</a:t>
          </a:r>
          <a:endParaRPr lang="en-US" dirty="0"/>
        </a:p>
      </dgm:t>
    </dgm:pt>
    <dgm:pt modelId="{29FBDD1D-0605-4D51-A2B5-F3555E7D73FD}" type="parTrans" cxnId="{E82F988E-37C4-4C1C-AA17-2B1123F98F6B}">
      <dgm:prSet/>
      <dgm:spPr/>
      <dgm:t>
        <a:bodyPr/>
        <a:lstStyle/>
        <a:p>
          <a:endParaRPr lang="en-US"/>
        </a:p>
      </dgm:t>
    </dgm:pt>
    <dgm:pt modelId="{E504DF83-D0C7-430F-97F1-891A39F33ABA}" type="sibTrans" cxnId="{E82F988E-37C4-4C1C-AA17-2B1123F98F6B}">
      <dgm:prSet/>
      <dgm:spPr/>
      <dgm:t>
        <a:bodyPr/>
        <a:lstStyle/>
        <a:p>
          <a:endParaRPr lang="en-US"/>
        </a:p>
      </dgm:t>
    </dgm:pt>
    <dgm:pt modelId="{CB88BA48-9E27-427E-A5ED-AFF62F6EFBD4}">
      <dgm:prSet phldrT="[Text]"/>
      <dgm:spPr/>
      <dgm:t>
        <a:bodyPr/>
        <a:lstStyle/>
        <a:p>
          <a:r>
            <a:rPr lang="id-ID"/>
            <a:t>1</a:t>
          </a:r>
          <a:endParaRPr lang="en-US" dirty="0"/>
        </a:p>
      </dgm:t>
    </dgm:pt>
    <dgm:pt modelId="{A7CE3B46-4E03-4203-8A6B-CB867BFDA505}" type="parTrans" cxnId="{BFEB38D7-5F9B-48A4-9C41-E98E4D3FBCA4}">
      <dgm:prSet/>
      <dgm:spPr/>
      <dgm:t>
        <a:bodyPr/>
        <a:lstStyle/>
        <a:p>
          <a:endParaRPr lang="en-US"/>
        </a:p>
      </dgm:t>
    </dgm:pt>
    <dgm:pt modelId="{35D2C72D-8380-4804-8B14-FA807863CDC4}" type="sibTrans" cxnId="{BFEB38D7-5F9B-48A4-9C41-E98E4D3FBCA4}">
      <dgm:prSet/>
      <dgm:spPr/>
      <dgm:t>
        <a:bodyPr/>
        <a:lstStyle/>
        <a:p>
          <a:endParaRPr lang="en-US"/>
        </a:p>
      </dgm:t>
    </dgm:pt>
    <dgm:pt modelId="{D26A0F12-F2B3-4AC5-A708-28D44E092C5E}">
      <dgm:prSet phldrT="[Text]"/>
      <dgm:spPr/>
      <dgm:t>
        <a:bodyPr/>
        <a:lstStyle/>
        <a:p>
          <a:r>
            <a:rPr lang="id-ID" b="1" dirty="0"/>
            <a:t>Kenyamanan</a:t>
          </a:r>
          <a:r>
            <a:rPr lang="id-ID" dirty="0"/>
            <a:t>: Seberapa penting kenyamanan dalam memilih moda transportasi?</a:t>
          </a:r>
          <a:endParaRPr lang="en-US" dirty="0"/>
        </a:p>
      </dgm:t>
    </dgm:pt>
    <dgm:pt modelId="{B7D5A632-3843-4387-BC20-7A53EE92A055}" type="parTrans" cxnId="{BCACBACB-A9A9-4033-895C-072EC2CDC333}">
      <dgm:prSet/>
      <dgm:spPr/>
      <dgm:t>
        <a:bodyPr/>
        <a:lstStyle/>
        <a:p>
          <a:endParaRPr lang="en-US"/>
        </a:p>
      </dgm:t>
    </dgm:pt>
    <dgm:pt modelId="{CFC496F9-6F20-469C-A766-518CD9C271FB}" type="sibTrans" cxnId="{BCACBACB-A9A9-4033-895C-072EC2CDC333}">
      <dgm:prSet/>
      <dgm:spPr/>
      <dgm:t>
        <a:bodyPr/>
        <a:lstStyle/>
        <a:p>
          <a:endParaRPr lang="en-US"/>
        </a:p>
      </dgm:t>
    </dgm:pt>
    <dgm:pt modelId="{8CA4CB38-1E5D-438E-98B3-EFE0BE78A56C}">
      <dgm:prSet phldrT="[Text]"/>
      <dgm:spPr/>
      <dgm:t>
        <a:bodyPr/>
        <a:lstStyle/>
        <a:p>
          <a:pPr>
            <a:buSzPts val="1000"/>
            <a:buFont typeface="Courier New" panose="02070309020205020404" pitchFamily="49" charset="0"/>
            <a:buChar char="o"/>
          </a:pPr>
          <a:r>
            <a:rPr lang="id-ID"/>
            <a:t>1</a:t>
          </a:r>
          <a:endParaRPr lang="en-US" dirty="0"/>
        </a:p>
      </dgm:t>
    </dgm:pt>
    <dgm:pt modelId="{0C4BC8AD-2F14-449D-A527-D9834DD8E34E}" type="parTrans" cxnId="{792BE3A4-7DDF-4047-8E7E-E30AC10DDFF2}">
      <dgm:prSet/>
      <dgm:spPr/>
      <dgm:t>
        <a:bodyPr/>
        <a:lstStyle/>
        <a:p>
          <a:endParaRPr lang="en-US"/>
        </a:p>
      </dgm:t>
    </dgm:pt>
    <dgm:pt modelId="{21C921E1-DD35-4287-9500-8435E7F8988E}" type="sibTrans" cxnId="{792BE3A4-7DDF-4047-8E7E-E30AC10DDFF2}">
      <dgm:prSet/>
      <dgm:spPr/>
      <dgm:t>
        <a:bodyPr/>
        <a:lstStyle/>
        <a:p>
          <a:endParaRPr lang="en-US"/>
        </a:p>
      </dgm:t>
    </dgm:pt>
    <dgm:pt modelId="{1B1D2C52-A46A-4153-9D28-E9DA80B40C5B}">
      <dgm:prSet phldrT="[Text]"/>
      <dgm:spPr/>
      <dgm:t>
        <a:bodyPr/>
        <a:lstStyle/>
        <a:p>
          <a:r>
            <a:rPr lang="id-ID" b="1" dirty="0"/>
            <a:t>Aksesibilitas</a:t>
          </a:r>
          <a:r>
            <a:rPr lang="id-ID" dirty="0"/>
            <a:t>: Seberapa penting kemudahan akses ke moda transportasi?</a:t>
          </a:r>
          <a:endParaRPr lang="en-US" dirty="0"/>
        </a:p>
      </dgm:t>
    </dgm:pt>
    <dgm:pt modelId="{9D66DEF6-8D83-434F-990C-D4C6CA5E9038}" type="parTrans" cxnId="{715AD5FD-A312-4ED8-8F17-CB25AD7C28F3}">
      <dgm:prSet/>
      <dgm:spPr/>
      <dgm:t>
        <a:bodyPr/>
        <a:lstStyle/>
        <a:p>
          <a:endParaRPr lang="en-US"/>
        </a:p>
      </dgm:t>
    </dgm:pt>
    <dgm:pt modelId="{8EDA7D2B-4CED-4A45-B81F-912DDDA3EB79}" type="sibTrans" cxnId="{715AD5FD-A312-4ED8-8F17-CB25AD7C28F3}">
      <dgm:prSet/>
      <dgm:spPr/>
      <dgm:t>
        <a:bodyPr/>
        <a:lstStyle/>
        <a:p>
          <a:endParaRPr lang="en-US"/>
        </a:p>
      </dgm:t>
    </dgm:pt>
    <dgm:pt modelId="{CCC7139B-81DC-4201-880D-9C5F9252AF42}">
      <dgm:prSet phldrT="[Text]"/>
      <dgm:spPr/>
      <dgm:t>
        <a:bodyPr/>
        <a:lstStyle/>
        <a:p>
          <a:pPr>
            <a:buSzPts val="1000"/>
            <a:buFont typeface="Courier New" panose="02070309020205020404" pitchFamily="49" charset="0"/>
            <a:buChar char="o"/>
          </a:pPr>
          <a:r>
            <a:rPr lang="id-ID" dirty="0"/>
            <a:t>1</a:t>
          </a:r>
          <a:endParaRPr lang="en-US" dirty="0"/>
        </a:p>
      </dgm:t>
    </dgm:pt>
    <dgm:pt modelId="{FC2599CF-DED7-4A6F-8B38-C61AB08A6880}" type="parTrans" cxnId="{20BE8DA6-5E1A-464A-AD92-01D3CBA8A082}">
      <dgm:prSet/>
      <dgm:spPr/>
      <dgm:t>
        <a:bodyPr/>
        <a:lstStyle/>
        <a:p>
          <a:endParaRPr lang="en-US"/>
        </a:p>
      </dgm:t>
    </dgm:pt>
    <dgm:pt modelId="{672F849D-3007-438D-B3DA-44C92DB045C2}" type="sibTrans" cxnId="{20BE8DA6-5E1A-464A-AD92-01D3CBA8A082}">
      <dgm:prSet/>
      <dgm:spPr/>
      <dgm:t>
        <a:bodyPr/>
        <a:lstStyle/>
        <a:p>
          <a:endParaRPr lang="en-US"/>
        </a:p>
      </dgm:t>
    </dgm:pt>
    <dgm:pt modelId="{E939345A-2242-4DF6-9B25-85D86A679162}">
      <dgm:prSet/>
      <dgm:spPr/>
      <dgm:t>
        <a:bodyPr/>
        <a:lstStyle/>
        <a:p>
          <a:pPr>
            <a:buSzPts val="1000"/>
            <a:buFont typeface="Courier New" panose="02070309020205020404" pitchFamily="49" charset="0"/>
            <a:buChar char="o"/>
          </a:pPr>
          <a:r>
            <a:rPr lang="id-ID" dirty="0"/>
            <a:t>2</a:t>
          </a:r>
          <a:endParaRPr lang="en-US" dirty="0"/>
        </a:p>
      </dgm:t>
    </dgm:pt>
    <dgm:pt modelId="{FAE73736-B5A9-453C-8A1A-E82D7C4DA92D}" type="parTrans" cxnId="{404760ED-91E7-443E-A8D4-F3BD66B6E7C9}">
      <dgm:prSet/>
      <dgm:spPr/>
      <dgm:t>
        <a:bodyPr/>
        <a:lstStyle/>
        <a:p>
          <a:endParaRPr lang="en-US"/>
        </a:p>
      </dgm:t>
    </dgm:pt>
    <dgm:pt modelId="{066CDFDC-33DC-4586-84CE-10D6D7555D20}" type="sibTrans" cxnId="{404760ED-91E7-443E-A8D4-F3BD66B6E7C9}">
      <dgm:prSet/>
      <dgm:spPr/>
      <dgm:t>
        <a:bodyPr/>
        <a:lstStyle/>
        <a:p>
          <a:endParaRPr lang="en-US"/>
        </a:p>
      </dgm:t>
    </dgm:pt>
    <dgm:pt modelId="{A8DF44AD-23E4-4829-A688-EC3CAA7756A7}">
      <dgm:prSet/>
      <dgm:spPr/>
      <dgm:t>
        <a:bodyPr/>
        <a:lstStyle/>
        <a:p>
          <a:pPr>
            <a:buSzPts val="1000"/>
            <a:buFont typeface="Courier New" panose="02070309020205020404" pitchFamily="49" charset="0"/>
            <a:buChar char="o"/>
          </a:pPr>
          <a:r>
            <a:rPr lang="id-ID"/>
            <a:t>3</a:t>
          </a:r>
          <a:endParaRPr lang="en-US"/>
        </a:p>
      </dgm:t>
    </dgm:pt>
    <dgm:pt modelId="{4C679BAA-F770-4CCC-BB57-2DEE27F639FC}" type="parTrans" cxnId="{E6DBEB37-BF63-4B31-A02B-18C77AA3A151}">
      <dgm:prSet/>
      <dgm:spPr/>
      <dgm:t>
        <a:bodyPr/>
        <a:lstStyle/>
        <a:p>
          <a:endParaRPr lang="en-US"/>
        </a:p>
      </dgm:t>
    </dgm:pt>
    <dgm:pt modelId="{DB5ADB62-CACE-4C2D-B9E1-B6E948890D57}" type="sibTrans" cxnId="{E6DBEB37-BF63-4B31-A02B-18C77AA3A151}">
      <dgm:prSet/>
      <dgm:spPr/>
      <dgm:t>
        <a:bodyPr/>
        <a:lstStyle/>
        <a:p>
          <a:endParaRPr lang="en-US"/>
        </a:p>
      </dgm:t>
    </dgm:pt>
    <dgm:pt modelId="{8851693B-5231-4572-9721-9965586B325F}">
      <dgm:prSet/>
      <dgm:spPr/>
      <dgm:t>
        <a:bodyPr/>
        <a:lstStyle/>
        <a:p>
          <a:pPr>
            <a:buSzPts val="1000"/>
            <a:buFont typeface="Courier New" panose="02070309020205020404" pitchFamily="49" charset="0"/>
            <a:buChar char="o"/>
          </a:pPr>
          <a:r>
            <a:rPr lang="id-ID" dirty="0"/>
            <a:t>4</a:t>
          </a:r>
          <a:endParaRPr lang="en-US" dirty="0"/>
        </a:p>
      </dgm:t>
    </dgm:pt>
    <dgm:pt modelId="{1C2FB782-53A6-4C89-A2A4-9D32483AAA0E}" type="parTrans" cxnId="{A05338A4-9052-4C43-9916-9586335335F9}">
      <dgm:prSet/>
      <dgm:spPr/>
      <dgm:t>
        <a:bodyPr/>
        <a:lstStyle/>
        <a:p>
          <a:endParaRPr lang="en-US"/>
        </a:p>
      </dgm:t>
    </dgm:pt>
    <dgm:pt modelId="{A7160977-A1A0-423E-996B-81B9B65E0AB5}" type="sibTrans" cxnId="{A05338A4-9052-4C43-9916-9586335335F9}">
      <dgm:prSet/>
      <dgm:spPr/>
      <dgm:t>
        <a:bodyPr/>
        <a:lstStyle/>
        <a:p>
          <a:endParaRPr lang="en-US"/>
        </a:p>
      </dgm:t>
    </dgm:pt>
    <dgm:pt modelId="{E7DA7492-190B-44EC-926D-12A1BE1C1C91}">
      <dgm:prSet/>
      <dgm:spPr/>
      <dgm:t>
        <a:bodyPr/>
        <a:lstStyle/>
        <a:p>
          <a:pPr>
            <a:buSzPts val="1000"/>
            <a:buFont typeface="Courier New" panose="02070309020205020404" pitchFamily="49" charset="0"/>
            <a:buChar char="o"/>
          </a:pPr>
          <a:r>
            <a:rPr lang="id-ID" dirty="0"/>
            <a:t>5</a:t>
          </a:r>
          <a:endParaRPr lang="en-US" dirty="0"/>
        </a:p>
      </dgm:t>
    </dgm:pt>
    <dgm:pt modelId="{B4AB6B34-032E-49FE-9344-4FB5EDC6D5A0}" type="parTrans" cxnId="{AF2F7DED-88B5-4838-B39F-9C95E4E4E153}">
      <dgm:prSet/>
      <dgm:spPr/>
      <dgm:t>
        <a:bodyPr/>
        <a:lstStyle/>
        <a:p>
          <a:endParaRPr lang="en-US"/>
        </a:p>
      </dgm:t>
    </dgm:pt>
    <dgm:pt modelId="{BB7DF42C-9F47-415E-B053-E31481057E96}" type="sibTrans" cxnId="{AF2F7DED-88B5-4838-B39F-9C95E4E4E153}">
      <dgm:prSet/>
      <dgm:spPr/>
      <dgm:t>
        <a:bodyPr/>
        <a:lstStyle/>
        <a:p>
          <a:endParaRPr lang="en-US"/>
        </a:p>
      </dgm:t>
    </dgm:pt>
    <dgm:pt modelId="{846875A6-1064-409B-AEA1-A8E9F335C778}">
      <dgm:prSet/>
      <dgm:spPr/>
      <dgm:t>
        <a:bodyPr/>
        <a:lstStyle/>
        <a:p>
          <a:pPr>
            <a:buSzPts val="1000"/>
            <a:buFont typeface="Courier New" panose="02070309020205020404" pitchFamily="49" charset="0"/>
            <a:buChar char="o"/>
          </a:pPr>
          <a:r>
            <a:rPr lang="id-ID"/>
            <a:t>2</a:t>
          </a:r>
          <a:endParaRPr lang="en-US"/>
        </a:p>
      </dgm:t>
    </dgm:pt>
    <dgm:pt modelId="{24FEAC7B-8F88-40BF-82BC-5A4C9FDDD3BC}" type="parTrans" cxnId="{BAC8FEE3-53D8-487F-BE79-15F1D4E19433}">
      <dgm:prSet/>
      <dgm:spPr/>
      <dgm:t>
        <a:bodyPr/>
        <a:lstStyle/>
        <a:p>
          <a:endParaRPr lang="en-US"/>
        </a:p>
      </dgm:t>
    </dgm:pt>
    <dgm:pt modelId="{27884C30-AD73-4A71-87E3-28CCB31BEA2A}" type="sibTrans" cxnId="{BAC8FEE3-53D8-487F-BE79-15F1D4E19433}">
      <dgm:prSet/>
      <dgm:spPr/>
      <dgm:t>
        <a:bodyPr/>
        <a:lstStyle/>
        <a:p>
          <a:endParaRPr lang="en-US"/>
        </a:p>
      </dgm:t>
    </dgm:pt>
    <dgm:pt modelId="{E5640DEB-D384-4491-862E-92544AF686DB}">
      <dgm:prSet/>
      <dgm:spPr/>
      <dgm:t>
        <a:bodyPr/>
        <a:lstStyle/>
        <a:p>
          <a:pPr>
            <a:buSzPts val="1000"/>
            <a:buFont typeface="Courier New" panose="02070309020205020404" pitchFamily="49" charset="0"/>
            <a:buChar char="o"/>
          </a:pPr>
          <a:r>
            <a:rPr lang="id-ID"/>
            <a:t>3</a:t>
          </a:r>
          <a:endParaRPr lang="en-US"/>
        </a:p>
      </dgm:t>
    </dgm:pt>
    <dgm:pt modelId="{DE817335-C9CD-4CBE-8A7F-540A6729E8C5}" type="parTrans" cxnId="{9056B641-42BB-4D9E-AAF6-DF4039153CA9}">
      <dgm:prSet/>
      <dgm:spPr/>
      <dgm:t>
        <a:bodyPr/>
        <a:lstStyle/>
        <a:p>
          <a:endParaRPr lang="en-US"/>
        </a:p>
      </dgm:t>
    </dgm:pt>
    <dgm:pt modelId="{BD9FCB1D-F259-4A36-98A6-92964511334D}" type="sibTrans" cxnId="{9056B641-42BB-4D9E-AAF6-DF4039153CA9}">
      <dgm:prSet/>
      <dgm:spPr/>
      <dgm:t>
        <a:bodyPr/>
        <a:lstStyle/>
        <a:p>
          <a:endParaRPr lang="en-US"/>
        </a:p>
      </dgm:t>
    </dgm:pt>
    <dgm:pt modelId="{46FB3F6F-5AC7-4B3B-AEA5-4B77DD5559EB}">
      <dgm:prSet/>
      <dgm:spPr/>
      <dgm:t>
        <a:bodyPr/>
        <a:lstStyle/>
        <a:p>
          <a:pPr>
            <a:buSzPts val="1000"/>
            <a:buFont typeface="Courier New" panose="02070309020205020404" pitchFamily="49" charset="0"/>
            <a:buChar char="o"/>
          </a:pPr>
          <a:r>
            <a:rPr lang="id-ID"/>
            <a:t>4</a:t>
          </a:r>
          <a:endParaRPr lang="en-US"/>
        </a:p>
      </dgm:t>
    </dgm:pt>
    <dgm:pt modelId="{E2A7667B-A47E-41B2-B29D-92DA6FC3FA59}" type="parTrans" cxnId="{F9A549C2-BFF7-4803-A568-B92F78E00B3B}">
      <dgm:prSet/>
      <dgm:spPr/>
      <dgm:t>
        <a:bodyPr/>
        <a:lstStyle/>
        <a:p>
          <a:endParaRPr lang="en-US"/>
        </a:p>
      </dgm:t>
    </dgm:pt>
    <dgm:pt modelId="{6240D331-EE5D-402E-A0AE-98677AD84FB6}" type="sibTrans" cxnId="{F9A549C2-BFF7-4803-A568-B92F78E00B3B}">
      <dgm:prSet/>
      <dgm:spPr/>
      <dgm:t>
        <a:bodyPr/>
        <a:lstStyle/>
        <a:p>
          <a:endParaRPr lang="en-US"/>
        </a:p>
      </dgm:t>
    </dgm:pt>
    <dgm:pt modelId="{6FDC9F1B-87E0-45FB-A43A-97AF96B4949F}">
      <dgm:prSet/>
      <dgm:spPr/>
      <dgm:t>
        <a:bodyPr/>
        <a:lstStyle/>
        <a:p>
          <a:pPr>
            <a:buSzPts val="1000"/>
            <a:buFont typeface="Courier New" panose="02070309020205020404" pitchFamily="49" charset="0"/>
            <a:buChar char="o"/>
          </a:pPr>
          <a:r>
            <a:rPr lang="id-ID" dirty="0"/>
            <a:t>5</a:t>
          </a:r>
          <a:endParaRPr lang="en-US" dirty="0"/>
        </a:p>
      </dgm:t>
    </dgm:pt>
    <dgm:pt modelId="{8CE2A486-B56D-4034-821C-2023B715F61E}" type="parTrans" cxnId="{168BBC51-FA64-4968-8664-A354CA2A146C}">
      <dgm:prSet/>
      <dgm:spPr/>
      <dgm:t>
        <a:bodyPr/>
        <a:lstStyle/>
        <a:p>
          <a:endParaRPr lang="en-US"/>
        </a:p>
      </dgm:t>
    </dgm:pt>
    <dgm:pt modelId="{E7D78A6A-F19E-441F-B3BD-78587B616888}" type="sibTrans" cxnId="{168BBC51-FA64-4968-8664-A354CA2A146C}">
      <dgm:prSet/>
      <dgm:spPr/>
      <dgm:t>
        <a:bodyPr/>
        <a:lstStyle/>
        <a:p>
          <a:endParaRPr lang="en-US"/>
        </a:p>
      </dgm:t>
    </dgm:pt>
    <dgm:pt modelId="{3CFAA50B-656C-48B9-8633-31714B4803A8}">
      <dgm:prSet/>
      <dgm:spPr/>
      <dgm:t>
        <a:bodyPr/>
        <a:lstStyle/>
        <a:p>
          <a:pPr>
            <a:buSzPts val="1000"/>
            <a:buFont typeface="Courier New" panose="02070309020205020404" pitchFamily="49" charset="0"/>
            <a:buChar char="o"/>
          </a:pPr>
          <a:r>
            <a:rPr lang="id-ID"/>
            <a:t>2</a:t>
          </a:r>
          <a:endParaRPr lang="en-US"/>
        </a:p>
      </dgm:t>
    </dgm:pt>
    <dgm:pt modelId="{DFBC2F7B-9956-401E-AB6C-34F8DAFA4FDA}" type="parTrans" cxnId="{E5805E3D-533D-43FA-967F-FA5BA096DC17}">
      <dgm:prSet/>
      <dgm:spPr/>
      <dgm:t>
        <a:bodyPr/>
        <a:lstStyle/>
        <a:p>
          <a:endParaRPr lang="en-US"/>
        </a:p>
      </dgm:t>
    </dgm:pt>
    <dgm:pt modelId="{ED6D0D81-DC50-4B63-A133-A2DA875F8FFE}" type="sibTrans" cxnId="{E5805E3D-533D-43FA-967F-FA5BA096DC17}">
      <dgm:prSet/>
      <dgm:spPr/>
      <dgm:t>
        <a:bodyPr/>
        <a:lstStyle/>
        <a:p>
          <a:endParaRPr lang="en-US"/>
        </a:p>
      </dgm:t>
    </dgm:pt>
    <dgm:pt modelId="{245B3723-5F6C-49BC-883F-B6C41CCBDFC1}">
      <dgm:prSet/>
      <dgm:spPr/>
      <dgm:t>
        <a:bodyPr/>
        <a:lstStyle/>
        <a:p>
          <a:pPr>
            <a:buSzPts val="1000"/>
            <a:buFont typeface="Courier New" panose="02070309020205020404" pitchFamily="49" charset="0"/>
            <a:buChar char="o"/>
          </a:pPr>
          <a:r>
            <a:rPr lang="id-ID"/>
            <a:t>3</a:t>
          </a:r>
          <a:endParaRPr lang="en-US"/>
        </a:p>
      </dgm:t>
    </dgm:pt>
    <dgm:pt modelId="{A44DE7D8-89EF-43AB-A349-0300AD9C2571}" type="parTrans" cxnId="{A8138CB7-B7D3-4EA4-8018-F99E3D240696}">
      <dgm:prSet/>
      <dgm:spPr/>
      <dgm:t>
        <a:bodyPr/>
        <a:lstStyle/>
        <a:p>
          <a:endParaRPr lang="en-US"/>
        </a:p>
      </dgm:t>
    </dgm:pt>
    <dgm:pt modelId="{3E85D802-E0AF-41C3-909E-495F395EE445}" type="sibTrans" cxnId="{A8138CB7-B7D3-4EA4-8018-F99E3D240696}">
      <dgm:prSet/>
      <dgm:spPr/>
      <dgm:t>
        <a:bodyPr/>
        <a:lstStyle/>
        <a:p>
          <a:endParaRPr lang="en-US"/>
        </a:p>
      </dgm:t>
    </dgm:pt>
    <dgm:pt modelId="{ABAF3C61-913D-46D9-966C-AEA59E3F2D36}">
      <dgm:prSet/>
      <dgm:spPr/>
      <dgm:t>
        <a:bodyPr/>
        <a:lstStyle/>
        <a:p>
          <a:pPr>
            <a:buSzPts val="1000"/>
            <a:buFont typeface="Courier New" panose="02070309020205020404" pitchFamily="49" charset="0"/>
            <a:buChar char="o"/>
          </a:pPr>
          <a:r>
            <a:rPr lang="id-ID"/>
            <a:t>4</a:t>
          </a:r>
          <a:endParaRPr lang="en-US"/>
        </a:p>
      </dgm:t>
    </dgm:pt>
    <dgm:pt modelId="{4B0C83B2-E49F-49D7-AE7C-6C3EBA007320}" type="parTrans" cxnId="{FF6B73A6-C894-4846-819F-3164FE58646C}">
      <dgm:prSet/>
      <dgm:spPr/>
      <dgm:t>
        <a:bodyPr/>
        <a:lstStyle/>
        <a:p>
          <a:endParaRPr lang="en-US"/>
        </a:p>
      </dgm:t>
    </dgm:pt>
    <dgm:pt modelId="{DC2B26A5-18B5-4129-AA32-5A711DF048C2}" type="sibTrans" cxnId="{FF6B73A6-C894-4846-819F-3164FE58646C}">
      <dgm:prSet/>
      <dgm:spPr/>
      <dgm:t>
        <a:bodyPr/>
        <a:lstStyle/>
        <a:p>
          <a:endParaRPr lang="en-US"/>
        </a:p>
      </dgm:t>
    </dgm:pt>
    <dgm:pt modelId="{45F25748-857A-46D3-8DB1-5F6182869993}">
      <dgm:prSet/>
      <dgm:spPr/>
      <dgm:t>
        <a:bodyPr/>
        <a:lstStyle/>
        <a:p>
          <a:pPr>
            <a:buSzPts val="1000"/>
            <a:buFont typeface="Courier New" panose="02070309020205020404" pitchFamily="49" charset="0"/>
            <a:buChar char="o"/>
          </a:pPr>
          <a:r>
            <a:rPr lang="id-ID" dirty="0"/>
            <a:t>5</a:t>
          </a:r>
          <a:endParaRPr lang="en-US" dirty="0"/>
        </a:p>
      </dgm:t>
    </dgm:pt>
    <dgm:pt modelId="{F28C2F36-0E2B-45B0-B7E2-4E67C417FE83}" type="parTrans" cxnId="{DAC7E219-9C46-44C3-BE70-AF8D3CD834A0}">
      <dgm:prSet/>
      <dgm:spPr/>
      <dgm:t>
        <a:bodyPr/>
        <a:lstStyle/>
        <a:p>
          <a:endParaRPr lang="en-US"/>
        </a:p>
      </dgm:t>
    </dgm:pt>
    <dgm:pt modelId="{2DAF2C2F-4BD0-4A82-927F-EAAAB4F98C39}" type="sibTrans" cxnId="{DAC7E219-9C46-44C3-BE70-AF8D3CD834A0}">
      <dgm:prSet/>
      <dgm:spPr/>
      <dgm:t>
        <a:bodyPr/>
        <a:lstStyle/>
        <a:p>
          <a:endParaRPr lang="en-US"/>
        </a:p>
      </dgm:t>
    </dgm:pt>
    <dgm:pt modelId="{718E7CE0-1E84-477E-AB57-82895F21D39A}">
      <dgm:prSet/>
      <dgm:spPr/>
      <dgm:t>
        <a:bodyPr/>
        <a:lstStyle/>
        <a:p>
          <a:r>
            <a:rPr lang="id-ID" b="1" dirty="0"/>
            <a:t>Keamanan</a:t>
          </a:r>
          <a:r>
            <a:rPr lang="id-ID" dirty="0"/>
            <a:t>: Seberapa penting keamanan selama perjalanan?</a:t>
          </a:r>
          <a:endParaRPr lang="en-US" dirty="0"/>
        </a:p>
      </dgm:t>
    </dgm:pt>
    <dgm:pt modelId="{4E953126-DE5C-4CC0-B17E-A6D0B2C7B7EB}" type="parTrans" cxnId="{31FDF3F8-DF0F-4127-ABEC-78D0C46888A0}">
      <dgm:prSet/>
      <dgm:spPr/>
      <dgm:t>
        <a:bodyPr/>
        <a:lstStyle/>
        <a:p>
          <a:endParaRPr lang="en-US"/>
        </a:p>
      </dgm:t>
    </dgm:pt>
    <dgm:pt modelId="{E6311F21-A1D7-4B14-B5A3-8C8B914E67A0}" type="sibTrans" cxnId="{31FDF3F8-DF0F-4127-ABEC-78D0C46888A0}">
      <dgm:prSet/>
      <dgm:spPr/>
      <dgm:t>
        <a:bodyPr/>
        <a:lstStyle/>
        <a:p>
          <a:endParaRPr lang="en-US"/>
        </a:p>
      </dgm:t>
    </dgm:pt>
    <dgm:pt modelId="{34C258EB-776C-4641-8645-BAA6B31D9F9C}">
      <dgm:prSet/>
      <dgm:spPr/>
      <dgm:t>
        <a:bodyPr/>
        <a:lstStyle/>
        <a:p>
          <a:pPr>
            <a:buSzPts val="1000"/>
            <a:buFont typeface="Courier New" panose="02070309020205020404" pitchFamily="49" charset="0"/>
            <a:buChar char="o"/>
          </a:pPr>
          <a:r>
            <a:rPr lang="id-ID" dirty="0"/>
            <a:t>1</a:t>
          </a:r>
          <a:endParaRPr lang="en-US" dirty="0"/>
        </a:p>
      </dgm:t>
    </dgm:pt>
    <dgm:pt modelId="{FBCD4174-5550-472F-A976-D4B151262E7F}" type="parTrans" cxnId="{074AF501-35A3-49D8-B7E4-4297D07C56EE}">
      <dgm:prSet/>
      <dgm:spPr/>
      <dgm:t>
        <a:bodyPr/>
        <a:lstStyle/>
        <a:p>
          <a:endParaRPr lang="en-US"/>
        </a:p>
      </dgm:t>
    </dgm:pt>
    <dgm:pt modelId="{512AFBDD-90C9-4EA6-8024-04A12E0BF2C5}" type="sibTrans" cxnId="{074AF501-35A3-49D8-B7E4-4297D07C56EE}">
      <dgm:prSet/>
      <dgm:spPr/>
      <dgm:t>
        <a:bodyPr/>
        <a:lstStyle/>
        <a:p>
          <a:endParaRPr lang="en-US"/>
        </a:p>
      </dgm:t>
    </dgm:pt>
    <dgm:pt modelId="{5D02BD02-E499-4114-9084-701B245F771F}">
      <dgm:prSet/>
      <dgm:spPr/>
      <dgm:t>
        <a:bodyPr/>
        <a:lstStyle/>
        <a:p>
          <a:pPr>
            <a:buSzPts val="1000"/>
            <a:buFont typeface="Courier New" panose="02070309020205020404" pitchFamily="49" charset="0"/>
            <a:buChar char="o"/>
          </a:pPr>
          <a:r>
            <a:rPr lang="id-ID"/>
            <a:t>2</a:t>
          </a:r>
          <a:endParaRPr lang="en-US"/>
        </a:p>
      </dgm:t>
    </dgm:pt>
    <dgm:pt modelId="{E47A5E22-E19A-424F-9718-B404DC3297C8}" type="parTrans" cxnId="{34156FBF-503F-4873-A639-6BE134708E76}">
      <dgm:prSet/>
      <dgm:spPr/>
      <dgm:t>
        <a:bodyPr/>
        <a:lstStyle/>
        <a:p>
          <a:endParaRPr lang="en-US"/>
        </a:p>
      </dgm:t>
    </dgm:pt>
    <dgm:pt modelId="{18C46370-FB9C-4449-B1B0-DA001E92B187}" type="sibTrans" cxnId="{34156FBF-503F-4873-A639-6BE134708E76}">
      <dgm:prSet/>
      <dgm:spPr/>
      <dgm:t>
        <a:bodyPr/>
        <a:lstStyle/>
        <a:p>
          <a:endParaRPr lang="en-US"/>
        </a:p>
      </dgm:t>
    </dgm:pt>
    <dgm:pt modelId="{392D81E4-69EC-4774-83D4-95875135FB11}">
      <dgm:prSet/>
      <dgm:spPr/>
      <dgm:t>
        <a:bodyPr/>
        <a:lstStyle/>
        <a:p>
          <a:pPr>
            <a:buSzPts val="1000"/>
            <a:buFont typeface="Courier New" panose="02070309020205020404" pitchFamily="49" charset="0"/>
            <a:buChar char="o"/>
          </a:pPr>
          <a:r>
            <a:rPr lang="id-ID"/>
            <a:t>3</a:t>
          </a:r>
          <a:endParaRPr lang="en-US"/>
        </a:p>
      </dgm:t>
    </dgm:pt>
    <dgm:pt modelId="{8CD531A9-2232-40AA-A758-1CCE6BDBDEC4}" type="parTrans" cxnId="{5ABE1160-90A0-47F2-BC0D-C7645B372402}">
      <dgm:prSet/>
      <dgm:spPr/>
      <dgm:t>
        <a:bodyPr/>
        <a:lstStyle/>
        <a:p>
          <a:endParaRPr lang="en-US"/>
        </a:p>
      </dgm:t>
    </dgm:pt>
    <dgm:pt modelId="{8C841DDB-627D-4CEA-AF14-CC397CA3BFDC}" type="sibTrans" cxnId="{5ABE1160-90A0-47F2-BC0D-C7645B372402}">
      <dgm:prSet/>
      <dgm:spPr/>
      <dgm:t>
        <a:bodyPr/>
        <a:lstStyle/>
        <a:p>
          <a:endParaRPr lang="en-US"/>
        </a:p>
      </dgm:t>
    </dgm:pt>
    <dgm:pt modelId="{EEDCFA25-CD13-42D4-8A42-4211A1BD3C6E}">
      <dgm:prSet/>
      <dgm:spPr/>
      <dgm:t>
        <a:bodyPr/>
        <a:lstStyle/>
        <a:p>
          <a:pPr>
            <a:buSzPts val="1000"/>
            <a:buFont typeface="Courier New" panose="02070309020205020404" pitchFamily="49" charset="0"/>
            <a:buChar char="o"/>
          </a:pPr>
          <a:r>
            <a:rPr lang="id-ID"/>
            <a:t>4</a:t>
          </a:r>
          <a:endParaRPr lang="en-US"/>
        </a:p>
      </dgm:t>
    </dgm:pt>
    <dgm:pt modelId="{E5A26E3C-9ED1-4B9A-8E66-6EF377097449}" type="parTrans" cxnId="{F1CCE80E-3A0B-43FF-B216-FE4A9EF34B89}">
      <dgm:prSet/>
      <dgm:spPr/>
      <dgm:t>
        <a:bodyPr/>
        <a:lstStyle/>
        <a:p>
          <a:endParaRPr lang="en-US"/>
        </a:p>
      </dgm:t>
    </dgm:pt>
    <dgm:pt modelId="{111F2C23-E35A-46A5-9498-D86163FAB693}" type="sibTrans" cxnId="{F1CCE80E-3A0B-43FF-B216-FE4A9EF34B89}">
      <dgm:prSet/>
      <dgm:spPr/>
      <dgm:t>
        <a:bodyPr/>
        <a:lstStyle/>
        <a:p>
          <a:endParaRPr lang="en-US"/>
        </a:p>
      </dgm:t>
    </dgm:pt>
    <dgm:pt modelId="{44B00466-2FB0-4B86-86BA-CFA74054CC33}">
      <dgm:prSet/>
      <dgm:spPr/>
      <dgm:t>
        <a:bodyPr/>
        <a:lstStyle/>
        <a:p>
          <a:pPr>
            <a:buSzPts val="1000"/>
            <a:buFont typeface="Courier New" panose="02070309020205020404" pitchFamily="49" charset="0"/>
            <a:buChar char="o"/>
          </a:pPr>
          <a:r>
            <a:rPr lang="id-ID"/>
            <a:t>5</a:t>
          </a:r>
          <a:endParaRPr lang="en-US"/>
        </a:p>
      </dgm:t>
    </dgm:pt>
    <dgm:pt modelId="{8BF2FECB-2EC7-4618-B1C3-C1FC64E9F5A3}" type="parTrans" cxnId="{ADA59B3E-C2B4-46BC-963D-CD1D72527C49}">
      <dgm:prSet/>
      <dgm:spPr/>
      <dgm:t>
        <a:bodyPr/>
        <a:lstStyle/>
        <a:p>
          <a:endParaRPr lang="en-US"/>
        </a:p>
      </dgm:t>
    </dgm:pt>
    <dgm:pt modelId="{61759461-E93D-4DD7-9CE9-73525017472B}" type="sibTrans" cxnId="{ADA59B3E-C2B4-46BC-963D-CD1D72527C49}">
      <dgm:prSet/>
      <dgm:spPr/>
      <dgm:t>
        <a:bodyPr/>
        <a:lstStyle/>
        <a:p>
          <a:endParaRPr lang="en-US"/>
        </a:p>
      </dgm:t>
    </dgm:pt>
    <dgm:pt modelId="{F8CA5EA8-D5ED-49C4-AA45-33A8F69D5A37}" type="pres">
      <dgm:prSet presAssocID="{3B4705B8-9DF1-4E9A-BD95-5CC8C5D9148F}" presName="Name0" presStyleCnt="0">
        <dgm:presLayoutVars>
          <dgm:dir/>
          <dgm:animLvl val="lvl"/>
          <dgm:resizeHandles val="exact"/>
        </dgm:presLayoutVars>
      </dgm:prSet>
      <dgm:spPr/>
    </dgm:pt>
    <dgm:pt modelId="{A3EE77D5-918A-4334-A989-ACAD45960498}" type="pres">
      <dgm:prSet presAssocID="{4F5BD747-E1F4-4F7C-B2E4-E8850B6DA9CF}" presName="composite" presStyleCnt="0"/>
      <dgm:spPr/>
    </dgm:pt>
    <dgm:pt modelId="{D769FC9C-5AD9-43EC-9E88-C82EE956D118}" type="pres">
      <dgm:prSet presAssocID="{4F5BD747-E1F4-4F7C-B2E4-E8850B6DA9CF}" presName="parTx" presStyleLbl="alignNode1" presStyleIdx="0" presStyleCnt="4">
        <dgm:presLayoutVars>
          <dgm:chMax val="0"/>
          <dgm:chPref val="0"/>
          <dgm:bulletEnabled val="1"/>
        </dgm:presLayoutVars>
      </dgm:prSet>
      <dgm:spPr/>
    </dgm:pt>
    <dgm:pt modelId="{5CF09014-0D91-4A79-9E0B-8AA9BC8DAE02}" type="pres">
      <dgm:prSet presAssocID="{4F5BD747-E1F4-4F7C-B2E4-E8850B6DA9CF}" presName="desTx" presStyleLbl="alignAccFollowNode1" presStyleIdx="0" presStyleCnt="4">
        <dgm:presLayoutVars>
          <dgm:bulletEnabled val="1"/>
        </dgm:presLayoutVars>
      </dgm:prSet>
      <dgm:spPr/>
    </dgm:pt>
    <dgm:pt modelId="{7996D179-6AA9-49FB-8DC5-8F33789CCF34}" type="pres">
      <dgm:prSet presAssocID="{E504DF83-D0C7-430F-97F1-891A39F33ABA}" presName="space" presStyleCnt="0"/>
      <dgm:spPr/>
    </dgm:pt>
    <dgm:pt modelId="{039810EE-7D14-4C84-95AE-D55D18C4EA7E}" type="pres">
      <dgm:prSet presAssocID="{D26A0F12-F2B3-4AC5-A708-28D44E092C5E}" presName="composite" presStyleCnt="0"/>
      <dgm:spPr/>
    </dgm:pt>
    <dgm:pt modelId="{B810372E-7616-45AA-959F-3483A7E3992F}" type="pres">
      <dgm:prSet presAssocID="{D26A0F12-F2B3-4AC5-A708-28D44E092C5E}" presName="parTx" presStyleLbl="alignNode1" presStyleIdx="1" presStyleCnt="4">
        <dgm:presLayoutVars>
          <dgm:chMax val="0"/>
          <dgm:chPref val="0"/>
          <dgm:bulletEnabled val="1"/>
        </dgm:presLayoutVars>
      </dgm:prSet>
      <dgm:spPr/>
    </dgm:pt>
    <dgm:pt modelId="{20982E26-3959-4626-A31F-733BADE1392A}" type="pres">
      <dgm:prSet presAssocID="{D26A0F12-F2B3-4AC5-A708-28D44E092C5E}" presName="desTx" presStyleLbl="alignAccFollowNode1" presStyleIdx="1" presStyleCnt="4">
        <dgm:presLayoutVars>
          <dgm:bulletEnabled val="1"/>
        </dgm:presLayoutVars>
      </dgm:prSet>
      <dgm:spPr/>
    </dgm:pt>
    <dgm:pt modelId="{B5E63C0A-30D0-4D0E-B3A7-4E87A21E0659}" type="pres">
      <dgm:prSet presAssocID="{CFC496F9-6F20-469C-A766-518CD9C271FB}" presName="space" presStyleCnt="0"/>
      <dgm:spPr/>
    </dgm:pt>
    <dgm:pt modelId="{ADBADE86-B382-411B-8381-2D410E24A30A}" type="pres">
      <dgm:prSet presAssocID="{1B1D2C52-A46A-4153-9D28-E9DA80B40C5B}" presName="composite" presStyleCnt="0"/>
      <dgm:spPr/>
    </dgm:pt>
    <dgm:pt modelId="{51DD4AF4-CBF0-4AAE-941A-ACE8E4B1B4E5}" type="pres">
      <dgm:prSet presAssocID="{1B1D2C52-A46A-4153-9D28-E9DA80B40C5B}" presName="parTx" presStyleLbl="alignNode1" presStyleIdx="2" presStyleCnt="4">
        <dgm:presLayoutVars>
          <dgm:chMax val="0"/>
          <dgm:chPref val="0"/>
          <dgm:bulletEnabled val="1"/>
        </dgm:presLayoutVars>
      </dgm:prSet>
      <dgm:spPr/>
    </dgm:pt>
    <dgm:pt modelId="{A7BA8930-189F-4592-9633-F59702B1E87A}" type="pres">
      <dgm:prSet presAssocID="{1B1D2C52-A46A-4153-9D28-E9DA80B40C5B}" presName="desTx" presStyleLbl="alignAccFollowNode1" presStyleIdx="2" presStyleCnt="4">
        <dgm:presLayoutVars>
          <dgm:bulletEnabled val="1"/>
        </dgm:presLayoutVars>
      </dgm:prSet>
      <dgm:spPr/>
    </dgm:pt>
    <dgm:pt modelId="{8EB1998A-C718-4355-BEA8-8388EBC3EACB}" type="pres">
      <dgm:prSet presAssocID="{8EDA7D2B-4CED-4A45-B81F-912DDDA3EB79}" presName="space" presStyleCnt="0"/>
      <dgm:spPr/>
    </dgm:pt>
    <dgm:pt modelId="{CD8CF833-AC76-4BA0-BCE2-4FDD8266A99F}" type="pres">
      <dgm:prSet presAssocID="{718E7CE0-1E84-477E-AB57-82895F21D39A}" presName="composite" presStyleCnt="0"/>
      <dgm:spPr/>
    </dgm:pt>
    <dgm:pt modelId="{4B5FE30A-3250-4E6F-AF0B-FBCEF990EF05}" type="pres">
      <dgm:prSet presAssocID="{718E7CE0-1E84-477E-AB57-82895F21D39A}" presName="parTx" presStyleLbl="alignNode1" presStyleIdx="3" presStyleCnt="4">
        <dgm:presLayoutVars>
          <dgm:chMax val="0"/>
          <dgm:chPref val="0"/>
          <dgm:bulletEnabled val="1"/>
        </dgm:presLayoutVars>
      </dgm:prSet>
      <dgm:spPr/>
    </dgm:pt>
    <dgm:pt modelId="{99F07601-B122-45C1-9179-F902DB565044}" type="pres">
      <dgm:prSet presAssocID="{718E7CE0-1E84-477E-AB57-82895F21D39A}" presName="desTx" presStyleLbl="alignAccFollowNode1" presStyleIdx="3" presStyleCnt="4">
        <dgm:presLayoutVars>
          <dgm:bulletEnabled val="1"/>
        </dgm:presLayoutVars>
      </dgm:prSet>
      <dgm:spPr/>
    </dgm:pt>
  </dgm:ptLst>
  <dgm:cxnLst>
    <dgm:cxn modelId="{074AF501-35A3-49D8-B7E4-4297D07C56EE}" srcId="{718E7CE0-1E84-477E-AB57-82895F21D39A}" destId="{34C258EB-776C-4641-8645-BAA6B31D9F9C}" srcOrd="0" destOrd="0" parTransId="{FBCD4174-5550-472F-A976-D4B151262E7F}" sibTransId="{512AFBDD-90C9-4EA6-8024-04A12E0BF2C5}"/>
    <dgm:cxn modelId="{9CC21205-F41E-48AF-B8B4-F79CA5D5DFB9}" type="presOf" srcId="{846875A6-1064-409B-AEA1-A8E9F335C778}" destId="{5CF09014-0D91-4A79-9E0B-8AA9BC8DAE02}" srcOrd="0" destOrd="1" presId="urn:microsoft.com/office/officeart/2005/8/layout/hList1"/>
    <dgm:cxn modelId="{93012109-ACF1-41F9-9340-DF9BA52D9446}" type="presOf" srcId="{E7DA7492-190B-44EC-926D-12A1BE1C1C91}" destId="{A7BA8930-189F-4592-9633-F59702B1E87A}" srcOrd="0" destOrd="4" presId="urn:microsoft.com/office/officeart/2005/8/layout/hList1"/>
    <dgm:cxn modelId="{9AB1640E-55B4-46D3-BB7B-B78156F13F81}" type="presOf" srcId="{6FDC9F1B-87E0-45FB-A43A-97AF96B4949F}" destId="{5CF09014-0D91-4A79-9E0B-8AA9BC8DAE02}" srcOrd="0" destOrd="4" presId="urn:microsoft.com/office/officeart/2005/8/layout/hList1"/>
    <dgm:cxn modelId="{F1CCE80E-3A0B-43FF-B216-FE4A9EF34B89}" srcId="{718E7CE0-1E84-477E-AB57-82895F21D39A}" destId="{EEDCFA25-CD13-42D4-8A42-4211A1BD3C6E}" srcOrd="3" destOrd="0" parTransId="{E5A26E3C-9ED1-4B9A-8E66-6EF377097449}" sibTransId="{111F2C23-E35A-46A5-9498-D86163FAB693}"/>
    <dgm:cxn modelId="{C9568010-1050-4B06-A607-14831F41A09F}" type="presOf" srcId="{392D81E4-69EC-4774-83D4-95875135FB11}" destId="{99F07601-B122-45C1-9179-F902DB565044}" srcOrd="0" destOrd="2" presId="urn:microsoft.com/office/officeart/2005/8/layout/hList1"/>
    <dgm:cxn modelId="{1BEE5112-3DA3-4F0F-BEB5-932049C37A06}" type="presOf" srcId="{45F25748-857A-46D3-8DB1-5F6182869993}" destId="{20982E26-3959-4626-A31F-733BADE1392A}" srcOrd="0" destOrd="4" presId="urn:microsoft.com/office/officeart/2005/8/layout/hList1"/>
    <dgm:cxn modelId="{19866B16-7A4C-4BED-98CD-D9416012F7CC}" type="presOf" srcId="{A8DF44AD-23E4-4829-A688-EC3CAA7756A7}" destId="{A7BA8930-189F-4592-9633-F59702B1E87A}" srcOrd="0" destOrd="2" presId="urn:microsoft.com/office/officeart/2005/8/layout/hList1"/>
    <dgm:cxn modelId="{444A8319-CC64-45D7-B60D-75AF20C56B49}" type="presOf" srcId="{ABAF3C61-913D-46D9-966C-AEA59E3F2D36}" destId="{20982E26-3959-4626-A31F-733BADE1392A}" srcOrd="0" destOrd="3" presId="urn:microsoft.com/office/officeart/2005/8/layout/hList1"/>
    <dgm:cxn modelId="{DAC7E219-9C46-44C3-BE70-AF8D3CD834A0}" srcId="{D26A0F12-F2B3-4AC5-A708-28D44E092C5E}" destId="{45F25748-857A-46D3-8DB1-5F6182869993}" srcOrd="4" destOrd="0" parTransId="{F28C2F36-0E2B-45B0-B7E2-4E67C417FE83}" sibTransId="{2DAF2C2F-4BD0-4A82-927F-EAAAB4F98C39}"/>
    <dgm:cxn modelId="{86C5FA29-6479-4F26-902D-54BB8C772552}" type="presOf" srcId="{D26A0F12-F2B3-4AC5-A708-28D44E092C5E}" destId="{B810372E-7616-45AA-959F-3483A7E3992F}" srcOrd="0" destOrd="0" presId="urn:microsoft.com/office/officeart/2005/8/layout/hList1"/>
    <dgm:cxn modelId="{31B1FC29-F2FC-4691-B462-BFB03A994000}" type="presOf" srcId="{8851693B-5231-4572-9721-9965586B325F}" destId="{A7BA8930-189F-4592-9633-F59702B1E87A}" srcOrd="0" destOrd="3" presId="urn:microsoft.com/office/officeart/2005/8/layout/hList1"/>
    <dgm:cxn modelId="{E6DBEB37-BF63-4B31-A02B-18C77AA3A151}" srcId="{1B1D2C52-A46A-4153-9D28-E9DA80B40C5B}" destId="{A8DF44AD-23E4-4829-A688-EC3CAA7756A7}" srcOrd="2" destOrd="0" parTransId="{4C679BAA-F770-4CCC-BB57-2DEE27F639FC}" sibTransId="{DB5ADB62-CACE-4C2D-B9E1-B6E948890D57}"/>
    <dgm:cxn modelId="{F16FFC3B-DBE1-4AEB-B73D-A84C09F1B6AF}" type="presOf" srcId="{34C258EB-776C-4641-8645-BAA6B31D9F9C}" destId="{99F07601-B122-45C1-9179-F902DB565044}" srcOrd="0" destOrd="0" presId="urn:microsoft.com/office/officeart/2005/8/layout/hList1"/>
    <dgm:cxn modelId="{E5805E3D-533D-43FA-967F-FA5BA096DC17}" srcId="{D26A0F12-F2B3-4AC5-A708-28D44E092C5E}" destId="{3CFAA50B-656C-48B9-8633-31714B4803A8}" srcOrd="1" destOrd="0" parTransId="{DFBC2F7B-9956-401E-AB6C-34F8DAFA4FDA}" sibTransId="{ED6D0D81-DC50-4B63-A133-A2DA875F8FFE}"/>
    <dgm:cxn modelId="{ADA59B3E-C2B4-46BC-963D-CD1D72527C49}" srcId="{718E7CE0-1E84-477E-AB57-82895F21D39A}" destId="{44B00466-2FB0-4B86-86BA-CFA74054CC33}" srcOrd="4" destOrd="0" parTransId="{8BF2FECB-2EC7-4618-B1C3-C1FC64E9F5A3}" sibTransId="{61759461-E93D-4DD7-9CE9-73525017472B}"/>
    <dgm:cxn modelId="{5ABE1160-90A0-47F2-BC0D-C7645B372402}" srcId="{718E7CE0-1E84-477E-AB57-82895F21D39A}" destId="{392D81E4-69EC-4774-83D4-95875135FB11}" srcOrd="2" destOrd="0" parTransId="{8CD531A9-2232-40AA-A758-1CCE6BDBDEC4}" sibTransId="{8C841DDB-627D-4CEA-AF14-CC397CA3BFDC}"/>
    <dgm:cxn modelId="{9056B641-42BB-4D9E-AAF6-DF4039153CA9}" srcId="{4F5BD747-E1F4-4F7C-B2E4-E8850B6DA9CF}" destId="{E5640DEB-D384-4491-862E-92544AF686DB}" srcOrd="2" destOrd="0" parTransId="{DE817335-C9CD-4CBE-8A7F-540A6729E8C5}" sibTransId="{BD9FCB1D-F259-4A36-98A6-92964511334D}"/>
    <dgm:cxn modelId="{EE60946C-08B3-4D44-B5EA-34FBF4E9B82A}" type="presOf" srcId="{245B3723-5F6C-49BC-883F-B6C41CCBDFC1}" destId="{20982E26-3959-4626-A31F-733BADE1392A}" srcOrd="0" destOrd="2" presId="urn:microsoft.com/office/officeart/2005/8/layout/hList1"/>
    <dgm:cxn modelId="{168BBC51-FA64-4968-8664-A354CA2A146C}" srcId="{4F5BD747-E1F4-4F7C-B2E4-E8850B6DA9CF}" destId="{6FDC9F1B-87E0-45FB-A43A-97AF96B4949F}" srcOrd="4" destOrd="0" parTransId="{8CE2A486-B56D-4034-821C-2023B715F61E}" sibTransId="{E7D78A6A-F19E-441F-B3BD-78587B616888}"/>
    <dgm:cxn modelId="{AFDC1173-0A68-4EE3-8C2B-4F73C0B38F0A}" type="presOf" srcId="{3CFAA50B-656C-48B9-8633-31714B4803A8}" destId="{20982E26-3959-4626-A31F-733BADE1392A}" srcOrd="0" destOrd="1" presId="urn:microsoft.com/office/officeart/2005/8/layout/hList1"/>
    <dgm:cxn modelId="{7EDDD27A-C077-49AB-8902-F00EA8B47052}" type="presOf" srcId="{CCC7139B-81DC-4201-880D-9C5F9252AF42}" destId="{A7BA8930-189F-4592-9633-F59702B1E87A}" srcOrd="0" destOrd="0" presId="urn:microsoft.com/office/officeart/2005/8/layout/hList1"/>
    <dgm:cxn modelId="{08D13284-18A9-4F6A-B479-28CD77D8129E}" type="presOf" srcId="{46FB3F6F-5AC7-4B3B-AEA5-4B77DD5559EB}" destId="{5CF09014-0D91-4A79-9E0B-8AA9BC8DAE02}" srcOrd="0" destOrd="3" presId="urn:microsoft.com/office/officeart/2005/8/layout/hList1"/>
    <dgm:cxn modelId="{4CC6858D-F954-4E7D-BE10-E6558728B059}" type="presOf" srcId="{718E7CE0-1E84-477E-AB57-82895F21D39A}" destId="{4B5FE30A-3250-4E6F-AF0B-FBCEF990EF05}" srcOrd="0" destOrd="0" presId="urn:microsoft.com/office/officeart/2005/8/layout/hList1"/>
    <dgm:cxn modelId="{E82F988E-37C4-4C1C-AA17-2B1123F98F6B}" srcId="{3B4705B8-9DF1-4E9A-BD95-5CC8C5D9148F}" destId="{4F5BD747-E1F4-4F7C-B2E4-E8850B6DA9CF}" srcOrd="0" destOrd="0" parTransId="{29FBDD1D-0605-4D51-A2B5-F3555E7D73FD}" sibTransId="{E504DF83-D0C7-430F-97F1-891A39F33ABA}"/>
    <dgm:cxn modelId="{C50D2A99-65E0-4546-91D4-9A534F5A0520}" type="presOf" srcId="{E939345A-2242-4DF6-9B25-85D86A679162}" destId="{A7BA8930-189F-4592-9633-F59702B1E87A}" srcOrd="0" destOrd="1" presId="urn:microsoft.com/office/officeart/2005/8/layout/hList1"/>
    <dgm:cxn modelId="{F30C799B-9484-4BFB-967C-6ACECE51AAE9}" type="presOf" srcId="{EEDCFA25-CD13-42D4-8A42-4211A1BD3C6E}" destId="{99F07601-B122-45C1-9179-F902DB565044}" srcOrd="0" destOrd="3" presId="urn:microsoft.com/office/officeart/2005/8/layout/hList1"/>
    <dgm:cxn modelId="{AECAEC9D-F028-4703-BF2F-046D9064BE39}" type="presOf" srcId="{44B00466-2FB0-4B86-86BA-CFA74054CC33}" destId="{99F07601-B122-45C1-9179-F902DB565044}" srcOrd="0" destOrd="4" presId="urn:microsoft.com/office/officeart/2005/8/layout/hList1"/>
    <dgm:cxn modelId="{F223039E-AE6F-48E4-B5C5-95175DB6C7F9}" type="presOf" srcId="{E5640DEB-D384-4491-862E-92544AF686DB}" destId="{5CF09014-0D91-4A79-9E0B-8AA9BC8DAE02}" srcOrd="0" destOrd="2" presId="urn:microsoft.com/office/officeart/2005/8/layout/hList1"/>
    <dgm:cxn modelId="{85F13B9E-AD6D-45BC-BC96-939DEC2BC6BF}" type="presOf" srcId="{3B4705B8-9DF1-4E9A-BD95-5CC8C5D9148F}" destId="{F8CA5EA8-D5ED-49C4-AA45-33A8F69D5A37}" srcOrd="0" destOrd="0" presId="urn:microsoft.com/office/officeart/2005/8/layout/hList1"/>
    <dgm:cxn modelId="{A05338A4-9052-4C43-9916-9586335335F9}" srcId="{1B1D2C52-A46A-4153-9D28-E9DA80B40C5B}" destId="{8851693B-5231-4572-9721-9965586B325F}" srcOrd="3" destOrd="0" parTransId="{1C2FB782-53A6-4C89-A2A4-9D32483AAA0E}" sibTransId="{A7160977-A1A0-423E-996B-81B9B65E0AB5}"/>
    <dgm:cxn modelId="{792BE3A4-7DDF-4047-8E7E-E30AC10DDFF2}" srcId="{D26A0F12-F2B3-4AC5-A708-28D44E092C5E}" destId="{8CA4CB38-1E5D-438E-98B3-EFE0BE78A56C}" srcOrd="0" destOrd="0" parTransId="{0C4BC8AD-2F14-449D-A527-D9834DD8E34E}" sibTransId="{21C921E1-DD35-4287-9500-8435E7F8988E}"/>
    <dgm:cxn modelId="{FF6B73A6-C894-4846-819F-3164FE58646C}" srcId="{D26A0F12-F2B3-4AC5-A708-28D44E092C5E}" destId="{ABAF3C61-913D-46D9-966C-AEA59E3F2D36}" srcOrd="3" destOrd="0" parTransId="{4B0C83B2-E49F-49D7-AE7C-6C3EBA007320}" sibTransId="{DC2B26A5-18B5-4129-AA32-5A711DF048C2}"/>
    <dgm:cxn modelId="{20BE8DA6-5E1A-464A-AD92-01D3CBA8A082}" srcId="{1B1D2C52-A46A-4153-9D28-E9DA80B40C5B}" destId="{CCC7139B-81DC-4201-880D-9C5F9252AF42}" srcOrd="0" destOrd="0" parTransId="{FC2599CF-DED7-4A6F-8B38-C61AB08A6880}" sibTransId="{672F849D-3007-438D-B3DA-44C92DB045C2}"/>
    <dgm:cxn modelId="{A8138CB7-B7D3-4EA4-8018-F99E3D240696}" srcId="{D26A0F12-F2B3-4AC5-A708-28D44E092C5E}" destId="{245B3723-5F6C-49BC-883F-B6C41CCBDFC1}" srcOrd="2" destOrd="0" parTransId="{A44DE7D8-89EF-43AB-A349-0300AD9C2571}" sibTransId="{3E85D802-E0AF-41C3-909E-495F395EE445}"/>
    <dgm:cxn modelId="{9DCCAABD-1D8B-4200-8209-2FAEA81429BF}" type="presOf" srcId="{CB88BA48-9E27-427E-A5ED-AFF62F6EFBD4}" destId="{5CF09014-0D91-4A79-9E0B-8AA9BC8DAE02}" srcOrd="0" destOrd="0" presId="urn:microsoft.com/office/officeart/2005/8/layout/hList1"/>
    <dgm:cxn modelId="{A1A80BBF-B001-4D8F-A2DD-BCB9CDCD0BCF}" type="presOf" srcId="{5D02BD02-E499-4114-9084-701B245F771F}" destId="{99F07601-B122-45C1-9179-F902DB565044}" srcOrd="0" destOrd="1" presId="urn:microsoft.com/office/officeart/2005/8/layout/hList1"/>
    <dgm:cxn modelId="{34156FBF-503F-4873-A639-6BE134708E76}" srcId="{718E7CE0-1E84-477E-AB57-82895F21D39A}" destId="{5D02BD02-E499-4114-9084-701B245F771F}" srcOrd="1" destOrd="0" parTransId="{E47A5E22-E19A-424F-9718-B404DC3297C8}" sibTransId="{18C46370-FB9C-4449-B1B0-DA001E92B187}"/>
    <dgm:cxn modelId="{F9A549C2-BFF7-4803-A568-B92F78E00B3B}" srcId="{4F5BD747-E1F4-4F7C-B2E4-E8850B6DA9CF}" destId="{46FB3F6F-5AC7-4B3B-AEA5-4B77DD5559EB}" srcOrd="3" destOrd="0" parTransId="{E2A7667B-A47E-41B2-B29D-92DA6FC3FA59}" sibTransId="{6240D331-EE5D-402E-A0AE-98677AD84FB6}"/>
    <dgm:cxn modelId="{BCACBACB-A9A9-4033-895C-072EC2CDC333}" srcId="{3B4705B8-9DF1-4E9A-BD95-5CC8C5D9148F}" destId="{D26A0F12-F2B3-4AC5-A708-28D44E092C5E}" srcOrd="1" destOrd="0" parTransId="{B7D5A632-3843-4387-BC20-7A53EE92A055}" sibTransId="{CFC496F9-6F20-469C-A766-518CD9C271FB}"/>
    <dgm:cxn modelId="{D09D83CD-6B5B-4FF4-9FEB-4F76EF7056DF}" type="presOf" srcId="{1B1D2C52-A46A-4153-9D28-E9DA80B40C5B}" destId="{51DD4AF4-CBF0-4AAE-941A-ACE8E4B1B4E5}" srcOrd="0" destOrd="0" presId="urn:microsoft.com/office/officeart/2005/8/layout/hList1"/>
    <dgm:cxn modelId="{BFEB38D7-5F9B-48A4-9C41-E98E4D3FBCA4}" srcId="{4F5BD747-E1F4-4F7C-B2E4-E8850B6DA9CF}" destId="{CB88BA48-9E27-427E-A5ED-AFF62F6EFBD4}" srcOrd="0" destOrd="0" parTransId="{A7CE3B46-4E03-4203-8A6B-CB867BFDA505}" sibTransId="{35D2C72D-8380-4804-8B14-FA807863CDC4}"/>
    <dgm:cxn modelId="{BAC8FEE3-53D8-487F-BE79-15F1D4E19433}" srcId="{4F5BD747-E1F4-4F7C-B2E4-E8850B6DA9CF}" destId="{846875A6-1064-409B-AEA1-A8E9F335C778}" srcOrd="1" destOrd="0" parTransId="{24FEAC7B-8F88-40BF-82BC-5A4C9FDDD3BC}" sibTransId="{27884C30-AD73-4A71-87E3-28CCB31BEA2A}"/>
    <dgm:cxn modelId="{AC3E21E5-7BDA-4D0D-8600-91DE58AE58C7}" type="presOf" srcId="{4F5BD747-E1F4-4F7C-B2E4-E8850B6DA9CF}" destId="{D769FC9C-5AD9-43EC-9E88-C82EE956D118}" srcOrd="0" destOrd="0" presId="urn:microsoft.com/office/officeart/2005/8/layout/hList1"/>
    <dgm:cxn modelId="{36CAC1E8-7FF8-49C0-9BCC-A75048879A67}" type="presOf" srcId="{8CA4CB38-1E5D-438E-98B3-EFE0BE78A56C}" destId="{20982E26-3959-4626-A31F-733BADE1392A}" srcOrd="0" destOrd="0" presId="urn:microsoft.com/office/officeart/2005/8/layout/hList1"/>
    <dgm:cxn modelId="{404760ED-91E7-443E-A8D4-F3BD66B6E7C9}" srcId="{1B1D2C52-A46A-4153-9D28-E9DA80B40C5B}" destId="{E939345A-2242-4DF6-9B25-85D86A679162}" srcOrd="1" destOrd="0" parTransId="{FAE73736-B5A9-453C-8A1A-E82D7C4DA92D}" sibTransId="{066CDFDC-33DC-4586-84CE-10D6D7555D20}"/>
    <dgm:cxn modelId="{AF2F7DED-88B5-4838-B39F-9C95E4E4E153}" srcId="{1B1D2C52-A46A-4153-9D28-E9DA80B40C5B}" destId="{E7DA7492-190B-44EC-926D-12A1BE1C1C91}" srcOrd="4" destOrd="0" parTransId="{B4AB6B34-032E-49FE-9344-4FB5EDC6D5A0}" sibTransId="{BB7DF42C-9F47-415E-B053-E31481057E96}"/>
    <dgm:cxn modelId="{31FDF3F8-DF0F-4127-ABEC-78D0C46888A0}" srcId="{3B4705B8-9DF1-4E9A-BD95-5CC8C5D9148F}" destId="{718E7CE0-1E84-477E-AB57-82895F21D39A}" srcOrd="3" destOrd="0" parTransId="{4E953126-DE5C-4CC0-B17E-A6D0B2C7B7EB}" sibTransId="{E6311F21-A1D7-4B14-B5A3-8C8B914E67A0}"/>
    <dgm:cxn modelId="{715AD5FD-A312-4ED8-8F17-CB25AD7C28F3}" srcId="{3B4705B8-9DF1-4E9A-BD95-5CC8C5D9148F}" destId="{1B1D2C52-A46A-4153-9D28-E9DA80B40C5B}" srcOrd="2" destOrd="0" parTransId="{9D66DEF6-8D83-434F-990C-D4C6CA5E9038}" sibTransId="{8EDA7D2B-4CED-4A45-B81F-912DDDA3EB79}"/>
    <dgm:cxn modelId="{C932C54D-91CA-4099-A865-371A99B7B77A}" type="presParOf" srcId="{F8CA5EA8-D5ED-49C4-AA45-33A8F69D5A37}" destId="{A3EE77D5-918A-4334-A989-ACAD45960498}" srcOrd="0" destOrd="0" presId="urn:microsoft.com/office/officeart/2005/8/layout/hList1"/>
    <dgm:cxn modelId="{7599222E-5F72-46F4-BA4F-A56302EDDE19}" type="presParOf" srcId="{A3EE77D5-918A-4334-A989-ACAD45960498}" destId="{D769FC9C-5AD9-43EC-9E88-C82EE956D118}" srcOrd="0" destOrd="0" presId="urn:microsoft.com/office/officeart/2005/8/layout/hList1"/>
    <dgm:cxn modelId="{95121479-A737-47E1-ADD7-5CEEE1035F28}" type="presParOf" srcId="{A3EE77D5-918A-4334-A989-ACAD45960498}" destId="{5CF09014-0D91-4A79-9E0B-8AA9BC8DAE02}" srcOrd="1" destOrd="0" presId="urn:microsoft.com/office/officeart/2005/8/layout/hList1"/>
    <dgm:cxn modelId="{6600FF5A-97BC-493C-803E-A1DA55812814}" type="presParOf" srcId="{F8CA5EA8-D5ED-49C4-AA45-33A8F69D5A37}" destId="{7996D179-6AA9-49FB-8DC5-8F33789CCF34}" srcOrd="1" destOrd="0" presId="urn:microsoft.com/office/officeart/2005/8/layout/hList1"/>
    <dgm:cxn modelId="{182AD97B-445B-4D38-AB39-85D0A02DA882}" type="presParOf" srcId="{F8CA5EA8-D5ED-49C4-AA45-33A8F69D5A37}" destId="{039810EE-7D14-4C84-95AE-D55D18C4EA7E}" srcOrd="2" destOrd="0" presId="urn:microsoft.com/office/officeart/2005/8/layout/hList1"/>
    <dgm:cxn modelId="{2D616899-2470-4E81-91BB-88CC923CB64F}" type="presParOf" srcId="{039810EE-7D14-4C84-95AE-D55D18C4EA7E}" destId="{B810372E-7616-45AA-959F-3483A7E3992F}" srcOrd="0" destOrd="0" presId="urn:microsoft.com/office/officeart/2005/8/layout/hList1"/>
    <dgm:cxn modelId="{8DCD5B5B-4904-4A04-99A4-918E3E3AE413}" type="presParOf" srcId="{039810EE-7D14-4C84-95AE-D55D18C4EA7E}" destId="{20982E26-3959-4626-A31F-733BADE1392A}" srcOrd="1" destOrd="0" presId="urn:microsoft.com/office/officeart/2005/8/layout/hList1"/>
    <dgm:cxn modelId="{47C16E45-9946-49C5-BAE1-A24B50501A56}" type="presParOf" srcId="{F8CA5EA8-D5ED-49C4-AA45-33A8F69D5A37}" destId="{B5E63C0A-30D0-4D0E-B3A7-4E87A21E0659}" srcOrd="3" destOrd="0" presId="urn:microsoft.com/office/officeart/2005/8/layout/hList1"/>
    <dgm:cxn modelId="{C8DBF4D1-A4A3-4292-9711-1C7692DB7708}" type="presParOf" srcId="{F8CA5EA8-D5ED-49C4-AA45-33A8F69D5A37}" destId="{ADBADE86-B382-411B-8381-2D410E24A30A}" srcOrd="4" destOrd="0" presId="urn:microsoft.com/office/officeart/2005/8/layout/hList1"/>
    <dgm:cxn modelId="{652DD313-FB24-4C98-B4CD-2B4F83A3D4E3}" type="presParOf" srcId="{ADBADE86-B382-411B-8381-2D410E24A30A}" destId="{51DD4AF4-CBF0-4AAE-941A-ACE8E4B1B4E5}" srcOrd="0" destOrd="0" presId="urn:microsoft.com/office/officeart/2005/8/layout/hList1"/>
    <dgm:cxn modelId="{8282A8A0-3CDE-487D-8E78-20BAAF16E7D7}" type="presParOf" srcId="{ADBADE86-B382-411B-8381-2D410E24A30A}" destId="{A7BA8930-189F-4592-9633-F59702B1E87A}" srcOrd="1" destOrd="0" presId="urn:microsoft.com/office/officeart/2005/8/layout/hList1"/>
    <dgm:cxn modelId="{9E76C7B7-6E13-4E21-B516-80677D226F99}" type="presParOf" srcId="{F8CA5EA8-D5ED-49C4-AA45-33A8F69D5A37}" destId="{8EB1998A-C718-4355-BEA8-8388EBC3EACB}" srcOrd="5" destOrd="0" presId="urn:microsoft.com/office/officeart/2005/8/layout/hList1"/>
    <dgm:cxn modelId="{18E59C5B-8342-4BD9-9361-AEE20540425C}" type="presParOf" srcId="{F8CA5EA8-D5ED-49C4-AA45-33A8F69D5A37}" destId="{CD8CF833-AC76-4BA0-BCE2-4FDD8266A99F}" srcOrd="6" destOrd="0" presId="urn:microsoft.com/office/officeart/2005/8/layout/hList1"/>
    <dgm:cxn modelId="{5BC19C13-EC0E-467B-A967-A4E15B2AAFEF}" type="presParOf" srcId="{CD8CF833-AC76-4BA0-BCE2-4FDD8266A99F}" destId="{4B5FE30A-3250-4E6F-AF0B-FBCEF990EF05}" srcOrd="0" destOrd="0" presId="urn:microsoft.com/office/officeart/2005/8/layout/hList1"/>
    <dgm:cxn modelId="{5120877D-892E-43D4-90C9-D83DE3AEFE4A}" type="presParOf" srcId="{CD8CF833-AC76-4BA0-BCE2-4FDD8266A99F}" destId="{99F07601-B122-45C1-9179-F902DB56504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B4705B8-9DF1-4E9A-BD95-5CC8C5D9148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F5BD747-E1F4-4F7C-B2E4-E8850B6DA9CF}">
      <dgm:prSet phldrT="[Text]"/>
      <dgm:spPr/>
      <dgm:t>
        <a:bodyPr/>
        <a:lstStyle/>
        <a:p>
          <a:r>
            <a:rPr lang="id-ID" b="1" dirty="0"/>
            <a:t>Biaya (Ongkos/Tarif)</a:t>
          </a:r>
          <a:r>
            <a:rPr lang="id-ID" dirty="0"/>
            <a:t>: Seberapa penting biaya dalam pemilihan moda transportasi?</a:t>
          </a:r>
          <a:endParaRPr lang="en-US" dirty="0"/>
        </a:p>
      </dgm:t>
    </dgm:pt>
    <dgm:pt modelId="{29FBDD1D-0605-4D51-A2B5-F3555E7D73FD}" type="parTrans" cxnId="{E82F988E-37C4-4C1C-AA17-2B1123F98F6B}">
      <dgm:prSet/>
      <dgm:spPr/>
      <dgm:t>
        <a:bodyPr/>
        <a:lstStyle/>
        <a:p>
          <a:endParaRPr lang="en-US"/>
        </a:p>
      </dgm:t>
    </dgm:pt>
    <dgm:pt modelId="{E504DF83-D0C7-430F-97F1-891A39F33ABA}" type="sibTrans" cxnId="{E82F988E-37C4-4C1C-AA17-2B1123F98F6B}">
      <dgm:prSet/>
      <dgm:spPr/>
      <dgm:t>
        <a:bodyPr/>
        <a:lstStyle/>
        <a:p>
          <a:endParaRPr lang="en-US"/>
        </a:p>
      </dgm:t>
    </dgm:pt>
    <dgm:pt modelId="{CB88BA48-9E27-427E-A5ED-AFF62F6EFBD4}">
      <dgm:prSet phldrT="[Text]"/>
      <dgm:spPr/>
      <dgm:t>
        <a:bodyPr/>
        <a:lstStyle/>
        <a:p>
          <a:r>
            <a:rPr lang="id-ID"/>
            <a:t>1</a:t>
          </a:r>
          <a:endParaRPr lang="en-US" dirty="0"/>
        </a:p>
      </dgm:t>
    </dgm:pt>
    <dgm:pt modelId="{A7CE3B46-4E03-4203-8A6B-CB867BFDA505}" type="parTrans" cxnId="{BFEB38D7-5F9B-48A4-9C41-E98E4D3FBCA4}">
      <dgm:prSet/>
      <dgm:spPr/>
      <dgm:t>
        <a:bodyPr/>
        <a:lstStyle/>
        <a:p>
          <a:endParaRPr lang="en-US"/>
        </a:p>
      </dgm:t>
    </dgm:pt>
    <dgm:pt modelId="{35D2C72D-8380-4804-8B14-FA807863CDC4}" type="sibTrans" cxnId="{BFEB38D7-5F9B-48A4-9C41-E98E4D3FBCA4}">
      <dgm:prSet/>
      <dgm:spPr/>
      <dgm:t>
        <a:bodyPr/>
        <a:lstStyle/>
        <a:p>
          <a:endParaRPr lang="en-US"/>
        </a:p>
      </dgm:t>
    </dgm:pt>
    <dgm:pt modelId="{D26A0F12-F2B3-4AC5-A708-28D44E092C5E}">
      <dgm:prSet phldrT="[Text]"/>
      <dgm:spPr/>
      <dgm:t>
        <a:bodyPr/>
        <a:lstStyle/>
        <a:p>
          <a:r>
            <a:rPr lang="id-ID" b="1" dirty="0"/>
            <a:t>Kenyamanan</a:t>
          </a:r>
          <a:r>
            <a:rPr lang="id-ID" dirty="0"/>
            <a:t>: Seberapa penting kenyamanan dalam memilih moda transportasi?</a:t>
          </a:r>
          <a:endParaRPr lang="en-US" dirty="0"/>
        </a:p>
      </dgm:t>
    </dgm:pt>
    <dgm:pt modelId="{B7D5A632-3843-4387-BC20-7A53EE92A055}" type="parTrans" cxnId="{BCACBACB-A9A9-4033-895C-072EC2CDC333}">
      <dgm:prSet/>
      <dgm:spPr/>
      <dgm:t>
        <a:bodyPr/>
        <a:lstStyle/>
        <a:p>
          <a:endParaRPr lang="en-US"/>
        </a:p>
      </dgm:t>
    </dgm:pt>
    <dgm:pt modelId="{CFC496F9-6F20-469C-A766-518CD9C271FB}" type="sibTrans" cxnId="{BCACBACB-A9A9-4033-895C-072EC2CDC333}">
      <dgm:prSet/>
      <dgm:spPr/>
      <dgm:t>
        <a:bodyPr/>
        <a:lstStyle/>
        <a:p>
          <a:endParaRPr lang="en-US"/>
        </a:p>
      </dgm:t>
    </dgm:pt>
    <dgm:pt modelId="{8CA4CB38-1E5D-438E-98B3-EFE0BE78A56C}">
      <dgm:prSet phldrT="[Text]"/>
      <dgm:spPr/>
      <dgm:t>
        <a:bodyPr/>
        <a:lstStyle/>
        <a:p>
          <a:pPr>
            <a:buSzPts val="1000"/>
            <a:buFont typeface="Courier New" panose="02070309020205020404" pitchFamily="49" charset="0"/>
            <a:buChar char="o"/>
          </a:pPr>
          <a:r>
            <a:rPr lang="id-ID"/>
            <a:t>1</a:t>
          </a:r>
          <a:endParaRPr lang="en-US" dirty="0"/>
        </a:p>
      </dgm:t>
    </dgm:pt>
    <dgm:pt modelId="{0C4BC8AD-2F14-449D-A527-D9834DD8E34E}" type="parTrans" cxnId="{792BE3A4-7DDF-4047-8E7E-E30AC10DDFF2}">
      <dgm:prSet/>
      <dgm:spPr/>
      <dgm:t>
        <a:bodyPr/>
        <a:lstStyle/>
        <a:p>
          <a:endParaRPr lang="en-US"/>
        </a:p>
      </dgm:t>
    </dgm:pt>
    <dgm:pt modelId="{21C921E1-DD35-4287-9500-8435E7F8988E}" type="sibTrans" cxnId="{792BE3A4-7DDF-4047-8E7E-E30AC10DDFF2}">
      <dgm:prSet/>
      <dgm:spPr/>
      <dgm:t>
        <a:bodyPr/>
        <a:lstStyle/>
        <a:p>
          <a:endParaRPr lang="en-US"/>
        </a:p>
      </dgm:t>
    </dgm:pt>
    <dgm:pt modelId="{1B1D2C52-A46A-4153-9D28-E9DA80B40C5B}">
      <dgm:prSet phldrT="[Text]"/>
      <dgm:spPr/>
      <dgm:t>
        <a:bodyPr/>
        <a:lstStyle/>
        <a:p>
          <a:r>
            <a:rPr lang="id-ID" b="1" dirty="0"/>
            <a:t>Aksesibilitas</a:t>
          </a:r>
          <a:r>
            <a:rPr lang="id-ID" dirty="0"/>
            <a:t>: Seberapa penting kemudahan akses ke moda transportasi?</a:t>
          </a:r>
          <a:endParaRPr lang="en-US" dirty="0"/>
        </a:p>
      </dgm:t>
    </dgm:pt>
    <dgm:pt modelId="{9D66DEF6-8D83-434F-990C-D4C6CA5E9038}" type="parTrans" cxnId="{715AD5FD-A312-4ED8-8F17-CB25AD7C28F3}">
      <dgm:prSet/>
      <dgm:spPr/>
      <dgm:t>
        <a:bodyPr/>
        <a:lstStyle/>
        <a:p>
          <a:endParaRPr lang="en-US"/>
        </a:p>
      </dgm:t>
    </dgm:pt>
    <dgm:pt modelId="{8EDA7D2B-4CED-4A45-B81F-912DDDA3EB79}" type="sibTrans" cxnId="{715AD5FD-A312-4ED8-8F17-CB25AD7C28F3}">
      <dgm:prSet/>
      <dgm:spPr/>
      <dgm:t>
        <a:bodyPr/>
        <a:lstStyle/>
        <a:p>
          <a:endParaRPr lang="en-US"/>
        </a:p>
      </dgm:t>
    </dgm:pt>
    <dgm:pt modelId="{CCC7139B-81DC-4201-880D-9C5F9252AF42}">
      <dgm:prSet phldrT="[Text]"/>
      <dgm:spPr/>
      <dgm:t>
        <a:bodyPr/>
        <a:lstStyle/>
        <a:p>
          <a:pPr>
            <a:buSzPts val="1000"/>
            <a:buFont typeface="Courier New" panose="02070309020205020404" pitchFamily="49" charset="0"/>
            <a:buChar char="o"/>
          </a:pPr>
          <a:r>
            <a:rPr lang="id-ID" dirty="0"/>
            <a:t>1</a:t>
          </a:r>
          <a:endParaRPr lang="en-US" dirty="0"/>
        </a:p>
      </dgm:t>
    </dgm:pt>
    <dgm:pt modelId="{FC2599CF-DED7-4A6F-8B38-C61AB08A6880}" type="parTrans" cxnId="{20BE8DA6-5E1A-464A-AD92-01D3CBA8A082}">
      <dgm:prSet/>
      <dgm:spPr/>
      <dgm:t>
        <a:bodyPr/>
        <a:lstStyle/>
        <a:p>
          <a:endParaRPr lang="en-US"/>
        </a:p>
      </dgm:t>
    </dgm:pt>
    <dgm:pt modelId="{672F849D-3007-438D-B3DA-44C92DB045C2}" type="sibTrans" cxnId="{20BE8DA6-5E1A-464A-AD92-01D3CBA8A082}">
      <dgm:prSet/>
      <dgm:spPr/>
      <dgm:t>
        <a:bodyPr/>
        <a:lstStyle/>
        <a:p>
          <a:endParaRPr lang="en-US"/>
        </a:p>
      </dgm:t>
    </dgm:pt>
    <dgm:pt modelId="{E939345A-2242-4DF6-9B25-85D86A679162}">
      <dgm:prSet/>
      <dgm:spPr/>
      <dgm:t>
        <a:bodyPr/>
        <a:lstStyle/>
        <a:p>
          <a:pPr>
            <a:buSzPts val="1000"/>
            <a:buFont typeface="Courier New" panose="02070309020205020404" pitchFamily="49" charset="0"/>
            <a:buChar char="o"/>
          </a:pPr>
          <a:r>
            <a:rPr lang="id-ID" dirty="0"/>
            <a:t>2</a:t>
          </a:r>
          <a:endParaRPr lang="en-US" dirty="0"/>
        </a:p>
      </dgm:t>
    </dgm:pt>
    <dgm:pt modelId="{FAE73736-B5A9-453C-8A1A-E82D7C4DA92D}" type="parTrans" cxnId="{404760ED-91E7-443E-A8D4-F3BD66B6E7C9}">
      <dgm:prSet/>
      <dgm:spPr/>
      <dgm:t>
        <a:bodyPr/>
        <a:lstStyle/>
        <a:p>
          <a:endParaRPr lang="en-US"/>
        </a:p>
      </dgm:t>
    </dgm:pt>
    <dgm:pt modelId="{066CDFDC-33DC-4586-84CE-10D6D7555D20}" type="sibTrans" cxnId="{404760ED-91E7-443E-A8D4-F3BD66B6E7C9}">
      <dgm:prSet/>
      <dgm:spPr/>
      <dgm:t>
        <a:bodyPr/>
        <a:lstStyle/>
        <a:p>
          <a:endParaRPr lang="en-US"/>
        </a:p>
      </dgm:t>
    </dgm:pt>
    <dgm:pt modelId="{A8DF44AD-23E4-4829-A688-EC3CAA7756A7}">
      <dgm:prSet/>
      <dgm:spPr/>
      <dgm:t>
        <a:bodyPr/>
        <a:lstStyle/>
        <a:p>
          <a:pPr>
            <a:buSzPts val="1000"/>
            <a:buFont typeface="Courier New" panose="02070309020205020404" pitchFamily="49" charset="0"/>
            <a:buChar char="o"/>
          </a:pPr>
          <a:r>
            <a:rPr lang="id-ID"/>
            <a:t>3</a:t>
          </a:r>
          <a:endParaRPr lang="en-US"/>
        </a:p>
      </dgm:t>
    </dgm:pt>
    <dgm:pt modelId="{4C679BAA-F770-4CCC-BB57-2DEE27F639FC}" type="parTrans" cxnId="{E6DBEB37-BF63-4B31-A02B-18C77AA3A151}">
      <dgm:prSet/>
      <dgm:spPr/>
      <dgm:t>
        <a:bodyPr/>
        <a:lstStyle/>
        <a:p>
          <a:endParaRPr lang="en-US"/>
        </a:p>
      </dgm:t>
    </dgm:pt>
    <dgm:pt modelId="{DB5ADB62-CACE-4C2D-B9E1-B6E948890D57}" type="sibTrans" cxnId="{E6DBEB37-BF63-4B31-A02B-18C77AA3A151}">
      <dgm:prSet/>
      <dgm:spPr/>
      <dgm:t>
        <a:bodyPr/>
        <a:lstStyle/>
        <a:p>
          <a:endParaRPr lang="en-US"/>
        </a:p>
      </dgm:t>
    </dgm:pt>
    <dgm:pt modelId="{8851693B-5231-4572-9721-9965586B325F}">
      <dgm:prSet/>
      <dgm:spPr/>
      <dgm:t>
        <a:bodyPr/>
        <a:lstStyle/>
        <a:p>
          <a:pPr>
            <a:buSzPts val="1000"/>
            <a:buFont typeface="Courier New" panose="02070309020205020404" pitchFamily="49" charset="0"/>
            <a:buChar char="o"/>
          </a:pPr>
          <a:r>
            <a:rPr lang="id-ID" dirty="0"/>
            <a:t>4</a:t>
          </a:r>
          <a:endParaRPr lang="en-US" dirty="0"/>
        </a:p>
      </dgm:t>
    </dgm:pt>
    <dgm:pt modelId="{1C2FB782-53A6-4C89-A2A4-9D32483AAA0E}" type="parTrans" cxnId="{A05338A4-9052-4C43-9916-9586335335F9}">
      <dgm:prSet/>
      <dgm:spPr/>
      <dgm:t>
        <a:bodyPr/>
        <a:lstStyle/>
        <a:p>
          <a:endParaRPr lang="en-US"/>
        </a:p>
      </dgm:t>
    </dgm:pt>
    <dgm:pt modelId="{A7160977-A1A0-423E-996B-81B9B65E0AB5}" type="sibTrans" cxnId="{A05338A4-9052-4C43-9916-9586335335F9}">
      <dgm:prSet/>
      <dgm:spPr/>
      <dgm:t>
        <a:bodyPr/>
        <a:lstStyle/>
        <a:p>
          <a:endParaRPr lang="en-US"/>
        </a:p>
      </dgm:t>
    </dgm:pt>
    <dgm:pt modelId="{E7DA7492-190B-44EC-926D-12A1BE1C1C91}">
      <dgm:prSet/>
      <dgm:spPr/>
      <dgm:t>
        <a:bodyPr/>
        <a:lstStyle/>
        <a:p>
          <a:pPr>
            <a:buSzPts val="1000"/>
            <a:buFont typeface="Courier New" panose="02070309020205020404" pitchFamily="49" charset="0"/>
            <a:buChar char="o"/>
          </a:pPr>
          <a:r>
            <a:rPr lang="id-ID" dirty="0"/>
            <a:t>5</a:t>
          </a:r>
          <a:endParaRPr lang="en-US" dirty="0"/>
        </a:p>
      </dgm:t>
    </dgm:pt>
    <dgm:pt modelId="{B4AB6B34-032E-49FE-9344-4FB5EDC6D5A0}" type="parTrans" cxnId="{AF2F7DED-88B5-4838-B39F-9C95E4E4E153}">
      <dgm:prSet/>
      <dgm:spPr/>
      <dgm:t>
        <a:bodyPr/>
        <a:lstStyle/>
        <a:p>
          <a:endParaRPr lang="en-US"/>
        </a:p>
      </dgm:t>
    </dgm:pt>
    <dgm:pt modelId="{BB7DF42C-9F47-415E-B053-E31481057E96}" type="sibTrans" cxnId="{AF2F7DED-88B5-4838-B39F-9C95E4E4E153}">
      <dgm:prSet/>
      <dgm:spPr/>
      <dgm:t>
        <a:bodyPr/>
        <a:lstStyle/>
        <a:p>
          <a:endParaRPr lang="en-US"/>
        </a:p>
      </dgm:t>
    </dgm:pt>
    <dgm:pt modelId="{846875A6-1064-409B-AEA1-A8E9F335C778}">
      <dgm:prSet/>
      <dgm:spPr/>
      <dgm:t>
        <a:bodyPr/>
        <a:lstStyle/>
        <a:p>
          <a:pPr>
            <a:buSzPts val="1000"/>
            <a:buFont typeface="Courier New" panose="02070309020205020404" pitchFamily="49" charset="0"/>
            <a:buChar char="o"/>
          </a:pPr>
          <a:r>
            <a:rPr lang="id-ID"/>
            <a:t>2</a:t>
          </a:r>
          <a:endParaRPr lang="en-US"/>
        </a:p>
      </dgm:t>
    </dgm:pt>
    <dgm:pt modelId="{24FEAC7B-8F88-40BF-82BC-5A4C9FDDD3BC}" type="parTrans" cxnId="{BAC8FEE3-53D8-487F-BE79-15F1D4E19433}">
      <dgm:prSet/>
      <dgm:spPr/>
      <dgm:t>
        <a:bodyPr/>
        <a:lstStyle/>
        <a:p>
          <a:endParaRPr lang="en-US"/>
        </a:p>
      </dgm:t>
    </dgm:pt>
    <dgm:pt modelId="{27884C30-AD73-4A71-87E3-28CCB31BEA2A}" type="sibTrans" cxnId="{BAC8FEE3-53D8-487F-BE79-15F1D4E19433}">
      <dgm:prSet/>
      <dgm:spPr/>
      <dgm:t>
        <a:bodyPr/>
        <a:lstStyle/>
        <a:p>
          <a:endParaRPr lang="en-US"/>
        </a:p>
      </dgm:t>
    </dgm:pt>
    <dgm:pt modelId="{E5640DEB-D384-4491-862E-92544AF686DB}">
      <dgm:prSet/>
      <dgm:spPr/>
      <dgm:t>
        <a:bodyPr/>
        <a:lstStyle/>
        <a:p>
          <a:pPr>
            <a:buSzPts val="1000"/>
            <a:buFont typeface="Courier New" panose="02070309020205020404" pitchFamily="49" charset="0"/>
            <a:buChar char="o"/>
          </a:pPr>
          <a:r>
            <a:rPr lang="id-ID"/>
            <a:t>3</a:t>
          </a:r>
          <a:endParaRPr lang="en-US"/>
        </a:p>
      </dgm:t>
    </dgm:pt>
    <dgm:pt modelId="{DE817335-C9CD-4CBE-8A7F-540A6729E8C5}" type="parTrans" cxnId="{9056B641-42BB-4D9E-AAF6-DF4039153CA9}">
      <dgm:prSet/>
      <dgm:spPr/>
      <dgm:t>
        <a:bodyPr/>
        <a:lstStyle/>
        <a:p>
          <a:endParaRPr lang="en-US"/>
        </a:p>
      </dgm:t>
    </dgm:pt>
    <dgm:pt modelId="{BD9FCB1D-F259-4A36-98A6-92964511334D}" type="sibTrans" cxnId="{9056B641-42BB-4D9E-AAF6-DF4039153CA9}">
      <dgm:prSet/>
      <dgm:spPr/>
      <dgm:t>
        <a:bodyPr/>
        <a:lstStyle/>
        <a:p>
          <a:endParaRPr lang="en-US"/>
        </a:p>
      </dgm:t>
    </dgm:pt>
    <dgm:pt modelId="{46FB3F6F-5AC7-4B3B-AEA5-4B77DD5559EB}">
      <dgm:prSet/>
      <dgm:spPr/>
      <dgm:t>
        <a:bodyPr/>
        <a:lstStyle/>
        <a:p>
          <a:pPr>
            <a:buSzPts val="1000"/>
            <a:buFont typeface="Courier New" panose="02070309020205020404" pitchFamily="49" charset="0"/>
            <a:buChar char="o"/>
          </a:pPr>
          <a:r>
            <a:rPr lang="id-ID"/>
            <a:t>4</a:t>
          </a:r>
          <a:endParaRPr lang="en-US"/>
        </a:p>
      </dgm:t>
    </dgm:pt>
    <dgm:pt modelId="{E2A7667B-A47E-41B2-B29D-92DA6FC3FA59}" type="parTrans" cxnId="{F9A549C2-BFF7-4803-A568-B92F78E00B3B}">
      <dgm:prSet/>
      <dgm:spPr/>
      <dgm:t>
        <a:bodyPr/>
        <a:lstStyle/>
        <a:p>
          <a:endParaRPr lang="en-US"/>
        </a:p>
      </dgm:t>
    </dgm:pt>
    <dgm:pt modelId="{6240D331-EE5D-402E-A0AE-98677AD84FB6}" type="sibTrans" cxnId="{F9A549C2-BFF7-4803-A568-B92F78E00B3B}">
      <dgm:prSet/>
      <dgm:spPr/>
      <dgm:t>
        <a:bodyPr/>
        <a:lstStyle/>
        <a:p>
          <a:endParaRPr lang="en-US"/>
        </a:p>
      </dgm:t>
    </dgm:pt>
    <dgm:pt modelId="{6FDC9F1B-87E0-45FB-A43A-97AF96B4949F}">
      <dgm:prSet/>
      <dgm:spPr/>
      <dgm:t>
        <a:bodyPr/>
        <a:lstStyle/>
        <a:p>
          <a:pPr>
            <a:buSzPts val="1000"/>
            <a:buFont typeface="Courier New" panose="02070309020205020404" pitchFamily="49" charset="0"/>
            <a:buChar char="o"/>
          </a:pPr>
          <a:r>
            <a:rPr lang="id-ID" dirty="0"/>
            <a:t>5</a:t>
          </a:r>
          <a:endParaRPr lang="en-US" dirty="0"/>
        </a:p>
      </dgm:t>
    </dgm:pt>
    <dgm:pt modelId="{8CE2A486-B56D-4034-821C-2023B715F61E}" type="parTrans" cxnId="{168BBC51-FA64-4968-8664-A354CA2A146C}">
      <dgm:prSet/>
      <dgm:spPr/>
      <dgm:t>
        <a:bodyPr/>
        <a:lstStyle/>
        <a:p>
          <a:endParaRPr lang="en-US"/>
        </a:p>
      </dgm:t>
    </dgm:pt>
    <dgm:pt modelId="{E7D78A6A-F19E-441F-B3BD-78587B616888}" type="sibTrans" cxnId="{168BBC51-FA64-4968-8664-A354CA2A146C}">
      <dgm:prSet/>
      <dgm:spPr/>
      <dgm:t>
        <a:bodyPr/>
        <a:lstStyle/>
        <a:p>
          <a:endParaRPr lang="en-US"/>
        </a:p>
      </dgm:t>
    </dgm:pt>
    <dgm:pt modelId="{3CFAA50B-656C-48B9-8633-31714B4803A8}">
      <dgm:prSet/>
      <dgm:spPr/>
      <dgm:t>
        <a:bodyPr/>
        <a:lstStyle/>
        <a:p>
          <a:pPr>
            <a:buSzPts val="1000"/>
            <a:buFont typeface="Courier New" panose="02070309020205020404" pitchFamily="49" charset="0"/>
            <a:buChar char="o"/>
          </a:pPr>
          <a:r>
            <a:rPr lang="id-ID"/>
            <a:t>2</a:t>
          </a:r>
          <a:endParaRPr lang="en-US"/>
        </a:p>
      </dgm:t>
    </dgm:pt>
    <dgm:pt modelId="{DFBC2F7B-9956-401E-AB6C-34F8DAFA4FDA}" type="parTrans" cxnId="{E5805E3D-533D-43FA-967F-FA5BA096DC17}">
      <dgm:prSet/>
      <dgm:spPr/>
      <dgm:t>
        <a:bodyPr/>
        <a:lstStyle/>
        <a:p>
          <a:endParaRPr lang="en-US"/>
        </a:p>
      </dgm:t>
    </dgm:pt>
    <dgm:pt modelId="{ED6D0D81-DC50-4B63-A133-A2DA875F8FFE}" type="sibTrans" cxnId="{E5805E3D-533D-43FA-967F-FA5BA096DC17}">
      <dgm:prSet/>
      <dgm:spPr/>
      <dgm:t>
        <a:bodyPr/>
        <a:lstStyle/>
        <a:p>
          <a:endParaRPr lang="en-US"/>
        </a:p>
      </dgm:t>
    </dgm:pt>
    <dgm:pt modelId="{245B3723-5F6C-49BC-883F-B6C41CCBDFC1}">
      <dgm:prSet/>
      <dgm:spPr/>
      <dgm:t>
        <a:bodyPr/>
        <a:lstStyle/>
        <a:p>
          <a:pPr>
            <a:buSzPts val="1000"/>
            <a:buFont typeface="Courier New" panose="02070309020205020404" pitchFamily="49" charset="0"/>
            <a:buChar char="o"/>
          </a:pPr>
          <a:r>
            <a:rPr lang="id-ID"/>
            <a:t>3</a:t>
          </a:r>
          <a:endParaRPr lang="en-US"/>
        </a:p>
      </dgm:t>
    </dgm:pt>
    <dgm:pt modelId="{A44DE7D8-89EF-43AB-A349-0300AD9C2571}" type="parTrans" cxnId="{A8138CB7-B7D3-4EA4-8018-F99E3D240696}">
      <dgm:prSet/>
      <dgm:spPr/>
      <dgm:t>
        <a:bodyPr/>
        <a:lstStyle/>
        <a:p>
          <a:endParaRPr lang="en-US"/>
        </a:p>
      </dgm:t>
    </dgm:pt>
    <dgm:pt modelId="{3E85D802-E0AF-41C3-909E-495F395EE445}" type="sibTrans" cxnId="{A8138CB7-B7D3-4EA4-8018-F99E3D240696}">
      <dgm:prSet/>
      <dgm:spPr/>
      <dgm:t>
        <a:bodyPr/>
        <a:lstStyle/>
        <a:p>
          <a:endParaRPr lang="en-US"/>
        </a:p>
      </dgm:t>
    </dgm:pt>
    <dgm:pt modelId="{ABAF3C61-913D-46D9-966C-AEA59E3F2D36}">
      <dgm:prSet/>
      <dgm:spPr/>
      <dgm:t>
        <a:bodyPr/>
        <a:lstStyle/>
        <a:p>
          <a:pPr>
            <a:buSzPts val="1000"/>
            <a:buFont typeface="Courier New" panose="02070309020205020404" pitchFamily="49" charset="0"/>
            <a:buChar char="o"/>
          </a:pPr>
          <a:r>
            <a:rPr lang="id-ID"/>
            <a:t>4</a:t>
          </a:r>
          <a:endParaRPr lang="en-US"/>
        </a:p>
      </dgm:t>
    </dgm:pt>
    <dgm:pt modelId="{4B0C83B2-E49F-49D7-AE7C-6C3EBA007320}" type="parTrans" cxnId="{FF6B73A6-C894-4846-819F-3164FE58646C}">
      <dgm:prSet/>
      <dgm:spPr/>
      <dgm:t>
        <a:bodyPr/>
        <a:lstStyle/>
        <a:p>
          <a:endParaRPr lang="en-US"/>
        </a:p>
      </dgm:t>
    </dgm:pt>
    <dgm:pt modelId="{DC2B26A5-18B5-4129-AA32-5A711DF048C2}" type="sibTrans" cxnId="{FF6B73A6-C894-4846-819F-3164FE58646C}">
      <dgm:prSet/>
      <dgm:spPr/>
      <dgm:t>
        <a:bodyPr/>
        <a:lstStyle/>
        <a:p>
          <a:endParaRPr lang="en-US"/>
        </a:p>
      </dgm:t>
    </dgm:pt>
    <dgm:pt modelId="{45F25748-857A-46D3-8DB1-5F6182869993}">
      <dgm:prSet/>
      <dgm:spPr/>
      <dgm:t>
        <a:bodyPr/>
        <a:lstStyle/>
        <a:p>
          <a:pPr>
            <a:buSzPts val="1000"/>
            <a:buFont typeface="Courier New" panose="02070309020205020404" pitchFamily="49" charset="0"/>
            <a:buChar char="o"/>
          </a:pPr>
          <a:r>
            <a:rPr lang="id-ID" dirty="0"/>
            <a:t>5</a:t>
          </a:r>
          <a:endParaRPr lang="en-US" dirty="0"/>
        </a:p>
      </dgm:t>
    </dgm:pt>
    <dgm:pt modelId="{F28C2F36-0E2B-45B0-B7E2-4E67C417FE83}" type="parTrans" cxnId="{DAC7E219-9C46-44C3-BE70-AF8D3CD834A0}">
      <dgm:prSet/>
      <dgm:spPr/>
      <dgm:t>
        <a:bodyPr/>
        <a:lstStyle/>
        <a:p>
          <a:endParaRPr lang="en-US"/>
        </a:p>
      </dgm:t>
    </dgm:pt>
    <dgm:pt modelId="{2DAF2C2F-4BD0-4A82-927F-EAAAB4F98C39}" type="sibTrans" cxnId="{DAC7E219-9C46-44C3-BE70-AF8D3CD834A0}">
      <dgm:prSet/>
      <dgm:spPr/>
      <dgm:t>
        <a:bodyPr/>
        <a:lstStyle/>
        <a:p>
          <a:endParaRPr lang="en-US"/>
        </a:p>
      </dgm:t>
    </dgm:pt>
    <dgm:pt modelId="{718E7CE0-1E84-477E-AB57-82895F21D39A}">
      <dgm:prSet/>
      <dgm:spPr/>
      <dgm:t>
        <a:bodyPr/>
        <a:lstStyle/>
        <a:p>
          <a:r>
            <a:rPr lang="id-ID" b="1" dirty="0"/>
            <a:t>Keamanan</a:t>
          </a:r>
          <a:r>
            <a:rPr lang="id-ID" dirty="0"/>
            <a:t>: Seberapa penting keamanan selama perjalanan?</a:t>
          </a:r>
          <a:endParaRPr lang="en-US" dirty="0"/>
        </a:p>
      </dgm:t>
    </dgm:pt>
    <dgm:pt modelId="{4E953126-DE5C-4CC0-B17E-A6D0B2C7B7EB}" type="parTrans" cxnId="{31FDF3F8-DF0F-4127-ABEC-78D0C46888A0}">
      <dgm:prSet/>
      <dgm:spPr/>
      <dgm:t>
        <a:bodyPr/>
        <a:lstStyle/>
        <a:p>
          <a:endParaRPr lang="en-US"/>
        </a:p>
      </dgm:t>
    </dgm:pt>
    <dgm:pt modelId="{E6311F21-A1D7-4B14-B5A3-8C8B914E67A0}" type="sibTrans" cxnId="{31FDF3F8-DF0F-4127-ABEC-78D0C46888A0}">
      <dgm:prSet/>
      <dgm:spPr/>
      <dgm:t>
        <a:bodyPr/>
        <a:lstStyle/>
        <a:p>
          <a:endParaRPr lang="en-US"/>
        </a:p>
      </dgm:t>
    </dgm:pt>
    <dgm:pt modelId="{34C258EB-776C-4641-8645-BAA6B31D9F9C}">
      <dgm:prSet/>
      <dgm:spPr/>
      <dgm:t>
        <a:bodyPr/>
        <a:lstStyle/>
        <a:p>
          <a:pPr>
            <a:buSzPts val="1000"/>
            <a:buFont typeface="Courier New" panose="02070309020205020404" pitchFamily="49" charset="0"/>
            <a:buChar char="o"/>
          </a:pPr>
          <a:r>
            <a:rPr lang="id-ID"/>
            <a:t>1</a:t>
          </a:r>
          <a:endParaRPr lang="en-US" dirty="0"/>
        </a:p>
      </dgm:t>
    </dgm:pt>
    <dgm:pt modelId="{FBCD4174-5550-472F-A976-D4B151262E7F}" type="parTrans" cxnId="{074AF501-35A3-49D8-B7E4-4297D07C56EE}">
      <dgm:prSet/>
      <dgm:spPr/>
      <dgm:t>
        <a:bodyPr/>
        <a:lstStyle/>
        <a:p>
          <a:endParaRPr lang="en-US"/>
        </a:p>
      </dgm:t>
    </dgm:pt>
    <dgm:pt modelId="{512AFBDD-90C9-4EA6-8024-04A12E0BF2C5}" type="sibTrans" cxnId="{074AF501-35A3-49D8-B7E4-4297D07C56EE}">
      <dgm:prSet/>
      <dgm:spPr/>
      <dgm:t>
        <a:bodyPr/>
        <a:lstStyle/>
        <a:p>
          <a:endParaRPr lang="en-US"/>
        </a:p>
      </dgm:t>
    </dgm:pt>
    <dgm:pt modelId="{5D02BD02-E499-4114-9084-701B245F771F}">
      <dgm:prSet/>
      <dgm:spPr/>
      <dgm:t>
        <a:bodyPr/>
        <a:lstStyle/>
        <a:p>
          <a:pPr>
            <a:buSzPts val="1000"/>
            <a:buFont typeface="Courier New" panose="02070309020205020404" pitchFamily="49" charset="0"/>
            <a:buChar char="o"/>
          </a:pPr>
          <a:r>
            <a:rPr lang="id-ID"/>
            <a:t>2</a:t>
          </a:r>
          <a:endParaRPr lang="en-US"/>
        </a:p>
      </dgm:t>
    </dgm:pt>
    <dgm:pt modelId="{E47A5E22-E19A-424F-9718-B404DC3297C8}" type="parTrans" cxnId="{34156FBF-503F-4873-A639-6BE134708E76}">
      <dgm:prSet/>
      <dgm:spPr/>
      <dgm:t>
        <a:bodyPr/>
        <a:lstStyle/>
        <a:p>
          <a:endParaRPr lang="en-US"/>
        </a:p>
      </dgm:t>
    </dgm:pt>
    <dgm:pt modelId="{18C46370-FB9C-4449-B1B0-DA001E92B187}" type="sibTrans" cxnId="{34156FBF-503F-4873-A639-6BE134708E76}">
      <dgm:prSet/>
      <dgm:spPr/>
      <dgm:t>
        <a:bodyPr/>
        <a:lstStyle/>
        <a:p>
          <a:endParaRPr lang="en-US"/>
        </a:p>
      </dgm:t>
    </dgm:pt>
    <dgm:pt modelId="{392D81E4-69EC-4774-83D4-95875135FB11}">
      <dgm:prSet/>
      <dgm:spPr/>
      <dgm:t>
        <a:bodyPr/>
        <a:lstStyle/>
        <a:p>
          <a:pPr>
            <a:buSzPts val="1000"/>
            <a:buFont typeface="Courier New" panose="02070309020205020404" pitchFamily="49" charset="0"/>
            <a:buChar char="o"/>
          </a:pPr>
          <a:r>
            <a:rPr lang="id-ID"/>
            <a:t>3</a:t>
          </a:r>
          <a:endParaRPr lang="en-US"/>
        </a:p>
      </dgm:t>
    </dgm:pt>
    <dgm:pt modelId="{8CD531A9-2232-40AA-A758-1CCE6BDBDEC4}" type="parTrans" cxnId="{5ABE1160-90A0-47F2-BC0D-C7645B372402}">
      <dgm:prSet/>
      <dgm:spPr/>
      <dgm:t>
        <a:bodyPr/>
        <a:lstStyle/>
        <a:p>
          <a:endParaRPr lang="en-US"/>
        </a:p>
      </dgm:t>
    </dgm:pt>
    <dgm:pt modelId="{8C841DDB-627D-4CEA-AF14-CC397CA3BFDC}" type="sibTrans" cxnId="{5ABE1160-90A0-47F2-BC0D-C7645B372402}">
      <dgm:prSet/>
      <dgm:spPr/>
      <dgm:t>
        <a:bodyPr/>
        <a:lstStyle/>
        <a:p>
          <a:endParaRPr lang="en-US"/>
        </a:p>
      </dgm:t>
    </dgm:pt>
    <dgm:pt modelId="{EEDCFA25-CD13-42D4-8A42-4211A1BD3C6E}">
      <dgm:prSet/>
      <dgm:spPr/>
      <dgm:t>
        <a:bodyPr/>
        <a:lstStyle/>
        <a:p>
          <a:pPr>
            <a:buSzPts val="1000"/>
            <a:buFont typeface="Courier New" panose="02070309020205020404" pitchFamily="49" charset="0"/>
            <a:buChar char="o"/>
          </a:pPr>
          <a:r>
            <a:rPr lang="id-ID"/>
            <a:t>4</a:t>
          </a:r>
          <a:endParaRPr lang="en-US"/>
        </a:p>
      </dgm:t>
    </dgm:pt>
    <dgm:pt modelId="{E5A26E3C-9ED1-4B9A-8E66-6EF377097449}" type="parTrans" cxnId="{F1CCE80E-3A0B-43FF-B216-FE4A9EF34B89}">
      <dgm:prSet/>
      <dgm:spPr/>
      <dgm:t>
        <a:bodyPr/>
        <a:lstStyle/>
        <a:p>
          <a:endParaRPr lang="en-US"/>
        </a:p>
      </dgm:t>
    </dgm:pt>
    <dgm:pt modelId="{111F2C23-E35A-46A5-9498-D86163FAB693}" type="sibTrans" cxnId="{F1CCE80E-3A0B-43FF-B216-FE4A9EF34B89}">
      <dgm:prSet/>
      <dgm:spPr/>
      <dgm:t>
        <a:bodyPr/>
        <a:lstStyle/>
        <a:p>
          <a:endParaRPr lang="en-US"/>
        </a:p>
      </dgm:t>
    </dgm:pt>
    <dgm:pt modelId="{44B00466-2FB0-4B86-86BA-CFA74054CC33}">
      <dgm:prSet/>
      <dgm:spPr/>
      <dgm:t>
        <a:bodyPr/>
        <a:lstStyle/>
        <a:p>
          <a:pPr>
            <a:buSzPts val="1000"/>
            <a:buFont typeface="Courier New" panose="02070309020205020404" pitchFamily="49" charset="0"/>
            <a:buChar char="o"/>
          </a:pPr>
          <a:r>
            <a:rPr lang="id-ID"/>
            <a:t>5</a:t>
          </a:r>
          <a:endParaRPr lang="en-US"/>
        </a:p>
      </dgm:t>
    </dgm:pt>
    <dgm:pt modelId="{8BF2FECB-2EC7-4618-B1C3-C1FC64E9F5A3}" type="parTrans" cxnId="{ADA59B3E-C2B4-46BC-963D-CD1D72527C49}">
      <dgm:prSet/>
      <dgm:spPr/>
      <dgm:t>
        <a:bodyPr/>
        <a:lstStyle/>
        <a:p>
          <a:endParaRPr lang="en-US"/>
        </a:p>
      </dgm:t>
    </dgm:pt>
    <dgm:pt modelId="{61759461-E93D-4DD7-9CE9-73525017472B}" type="sibTrans" cxnId="{ADA59B3E-C2B4-46BC-963D-CD1D72527C49}">
      <dgm:prSet/>
      <dgm:spPr/>
      <dgm:t>
        <a:bodyPr/>
        <a:lstStyle/>
        <a:p>
          <a:endParaRPr lang="en-US"/>
        </a:p>
      </dgm:t>
    </dgm:pt>
    <dgm:pt modelId="{F8CA5EA8-D5ED-49C4-AA45-33A8F69D5A37}" type="pres">
      <dgm:prSet presAssocID="{3B4705B8-9DF1-4E9A-BD95-5CC8C5D9148F}" presName="Name0" presStyleCnt="0">
        <dgm:presLayoutVars>
          <dgm:dir/>
          <dgm:animLvl val="lvl"/>
          <dgm:resizeHandles val="exact"/>
        </dgm:presLayoutVars>
      </dgm:prSet>
      <dgm:spPr/>
    </dgm:pt>
    <dgm:pt modelId="{A3EE77D5-918A-4334-A989-ACAD45960498}" type="pres">
      <dgm:prSet presAssocID="{4F5BD747-E1F4-4F7C-B2E4-E8850B6DA9CF}" presName="composite" presStyleCnt="0"/>
      <dgm:spPr/>
    </dgm:pt>
    <dgm:pt modelId="{D769FC9C-5AD9-43EC-9E88-C82EE956D118}" type="pres">
      <dgm:prSet presAssocID="{4F5BD747-E1F4-4F7C-B2E4-E8850B6DA9CF}" presName="parTx" presStyleLbl="alignNode1" presStyleIdx="0" presStyleCnt="4">
        <dgm:presLayoutVars>
          <dgm:chMax val="0"/>
          <dgm:chPref val="0"/>
          <dgm:bulletEnabled val="1"/>
        </dgm:presLayoutVars>
      </dgm:prSet>
      <dgm:spPr/>
    </dgm:pt>
    <dgm:pt modelId="{5CF09014-0D91-4A79-9E0B-8AA9BC8DAE02}" type="pres">
      <dgm:prSet presAssocID="{4F5BD747-E1F4-4F7C-B2E4-E8850B6DA9CF}" presName="desTx" presStyleLbl="alignAccFollowNode1" presStyleIdx="0" presStyleCnt="4">
        <dgm:presLayoutVars>
          <dgm:bulletEnabled val="1"/>
        </dgm:presLayoutVars>
      </dgm:prSet>
      <dgm:spPr/>
    </dgm:pt>
    <dgm:pt modelId="{7996D179-6AA9-49FB-8DC5-8F33789CCF34}" type="pres">
      <dgm:prSet presAssocID="{E504DF83-D0C7-430F-97F1-891A39F33ABA}" presName="space" presStyleCnt="0"/>
      <dgm:spPr/>
    </dgm:pt>
    <dgm:pt modelId="{039810EE-7D14-4C84-95AE-D55D18C4EA7E}" type="pres">
      <dgm:prSet presAssocID="{D26A0F12-F2B3-4AC5-A708-28D44E092C5E}" presName="composite" presStyleCnt="0"/>
      <dgm:spPr/>
    </dgm:pt>
    <dgm:pt modelId="{B810372E-7616-45AA-959F-3483A7E3992F}" type="pres">
      <dgm:prSet presAssocID="{D26A0F12-F2B3-4AC5-A708-28D44E092C5E}" presName="parTx" presStyleLbl="alignNode1" presStyleIdx="1" presStyleCnt="4">
        <dgm:presLayoutVars>
          <dgm:chMax val="0"/>
          <dgm:chPref val="0"/>
          <dgm:bulletEnabled val="1"/>
        </dgm:presLayoutVars>
      </dgm:prSet>
      <dgm:spPr/>
    </dgm:pt>
    <dgm:pt modelId="{20982E26-3959-4626-A31F-733BADE1392A}" type="pres">
      <dgm:prSet presAssocID="{D26A0F12-F2B3-4AC5-A708-28D44E092C5E}" presName="desTx" presStyleLbl="alignAccFollowNode1" presStyleIdx="1" presStyleCnt="4">
        <dgm:presLayoutVars>
          <dgm:bulletEnabled val="1"/>
        </dgm:presLayoutVars>
      </dgm:prSet>
      <dgm:spPr/>
    </dgm:pt>
    <dgm:pt modelId="{B5E63C0A-30D0-4D0E-B3A7-4E87A21E0659}" type="pres">
      <dgm:prSet presAssocID="{CFC496F9-6F20-469C-A766-518CD9C271FB}" presName="space" presStyleCnt="0"/>
      <dgm:spPr/>
    </dgm:pt>
    <dgm:pt modelId="{ADBADE86-B382-411B-8381-2D410E24A30A}" type="pres">
      <dgm:prSet presAssocID="{1B1D2C52-A46A-4153-9D28-E9DA80B40C5B}" presName="composite" presStyleCnt="0"/>
      <dgm:spPr/>
    </dgm:pt>
    <dgm:pt modelId="{51DD4AF4-CBF0-4AAE-941A-ACE8E4B1B4E5}" type="pres">
      <dgm:prSet presAssocID="{1B1D2C52-A46A-4153-9D28-E9DA80B40C5B}" presName="parTx" presStyleLbl="alignNode1" presStyleIdx="2" presStyleCnt="4">
        <dgm:presLayoutVars>
          <dgm:chMax val="0"/>
          <dgm:chPref val="0"/>
          <dgm:bulletEnabled val="1"/>
        </dgm:presLayoutVars>
      </dgm:prSet>
      <dgm:spPr/>
    </dgm:pt>
    <dgm:pt modelId="{A7BA8930-189F-4592-9633-F59702B1E87A}" type="pres">
      <dgm:prSet presAssocID="{1B1D2C52-A46A-4153-9D28-E9DA80B40C5B}" presName="desTx" presStyleLbl="alignAccFollowNode1" presStyleIdx="2" presStyleCnt="4">
        <dgm:presLayoutVars>
          <dgm:bulletEnabled val="1"/>
        </dgm:presLayoutVars>
      </dgm:prSet>
      <dgm:spPr/>
    </dgm:pt>
    <dgm:pt modelId="{8EB1998A-C718-4355-BEA8-8388EBC3EACB}" type="pres">
      <dgm:prSet presAssocID="{8EDA7D2B-4CED-4A45-B81F-912DDDA3EB79}" presName="space" presStyleCnt="0"/>
      <dgm:spPr/>
    </dgm:pt>
    <dgm:pt modelId="{CD8CF833-AC76-4BA0-BCE2-4FDD8266A99F}" type="pres">
      <dgm:prSet presAssocID="{718E7CE0-1E84-477E-AB57-82895F21D39A}" presName="composite" presStyleCnt="0"/>
      <dgm:spPr/>
    </dgm:pt>
    <dgm:pt modelId="{4B5FE30A-3250-4E6F-AF0B-FBCEF990EF05}" type="pres">
      <dgm:prSet presAssocID="{718E7CE0-1E84-477E-AB57-82895F21D39A}" presName="parTx" presStyleLbl="alignNode1" presStyleIdx="3" presStyleCnt="4">
        <dgm:presLayoutVars>
          <dgm:chMax val="0"/>
          <dgm:chPref val="0"/>
          <dgm:bulletEnabled val="1"/>
        </dgm:presLayoutVars>
      </dgm:prSet>
      <dgm:spPr/>
    </dgm:pt>
    <dgm:pt modelId="{99F07601-B122-45C1-9179-F902DB565044}" type="pres">
      <dgm:prSet presAssocID="{718E7CE0-1E84-477E-AB57-82895F21D39A}" presName="desTx" presStyleLbl="alignAccFollowNode1" presStyleIdx="3" presStyleCnt="4">
        <dgm:presLayoutVars>
          <dgm:bulletEnabled val="1"/>
        </dgm:presLayoutVars>
      </dgm:prSet>
      <dgm:spPr/>
    </dgm:pt>
  </dgm:ptLst>
  <dgm:cxnLst>
    <dgm:cxn modelId="{074AF501-35A3-49D8-B7E4-4297D07C56EE}" srcId="{718E7CE0-1E84-477E-AB57-82895F21D39A}" destId="{34C258EB-776C-4641-8645-BAA6B31D9F9C}" srcOrd="0" destOrd="0" parTransId="{FBCD4174-5550-472F-A976-D4B151262E7F}" sibTransId="{512AFBDD-90C9-4EA6-8024-04A12E0BF2C5}"/>
    <dgm:cxn modelId="{9CC21205-F41E-48AF-B8B4-F79CA5D5DFB9}" type="presOf" srcId="{846875A6-1064-409B-AEA1-A8E9F335C778}" destId="{5CF09014-0D91-4A79-9E0B-8AA9BC8DAE02}" srcOrd="0" destOrd="1" presId="urn:microsoft.com/office/officeart/2005/8/layout/hList1"/>
    <dgm:cxn modelId="{93012109-ACF1-41F9-9340-DF9BA52D9446}" type="presOf" srcId="{E7DA7492-190B-44EC-926D-12A1BE1C1C91}" destId="{A7BA8930-189F-4592-9633-F59702B1E87A}" srcOrd="0" destOrd="4" presId="urn:microsoft.com/office/officeart/2005/8/layout/hList1"/>
    <dgm:cxn modelId="{9AB1640E-55B4-46D3-BB7B-B78156F13F81}" type="presOf" srcId="{6FDC9F1B-87E0-45FB-A43A-97AF96B4949F}" destId="{5CF09014-0D91-4A79-9E0B-8AA9BC8DAE02}" srcOrd="0" destOrd="4" presId="urn:microsoft.com/office/officeart/2005/8/layout/hList1"/>
    <dgm:cxn modelId="{F1CCE80E-3A0B-43FF-B216-FE4A9EF34B89}" srcId="{718E7CE0-1E84-477E-AB57-82895F21D39A}" destId="{EEDCFA25-CD13-42D4-8A42-4211A1BD3C6E}" srcOrd="3" destOrd="0" parTransId="{E5A26E3C-9ED1-4B9A-8E66-6EF377097449}" sibTransId="{111F2C23-E35A-46A5-9498-D86163FAB693}"/>
    <dgm:cxn modelId="{C9568010-1050-4B06-A607-14831F41A09F}" type="presOf" srcId="{392D81E4-69EC-4774-83D4-95875135FB11}" destId="{99F07601-B122-45C1-9179-F902DB565044}" srcOrd="0" destOrd="2" presId="urn:microsoft.com/office/officeart/2005/8/layout/hList1"/>
    <dgm:cxn modelId="{1BEE5112-3DA3-4F0F-BEB5-932049C37A06}" type="presOf" srcId="{45F25748-857A-46D3-8DB1-5F6182869993}" destId="{20982E26-3959-4626-A31F-733BADE1392A}" srcOrd="0" destOrd="4" presId="urn:microsoft.com/office/officeart/2005/8/layout/hList1"/>
    <dgm:cxn modelId="{19866B16-7A4C-4BED-98CD-D9416012F7CC}" type="presOf" srcId="{A8DF44AD-23E4-4829-A688-EC3CAA7756A7}" destId="{A7BA8930-189F-4592-9633-F59702B1E87A}" srcOrd="0" destOrd="2" presId="urn:microsoft.com/office/officeart/2005/8/layout/hList1"/>
    <dgm:cxn modelId="{444A8319-CC64-45D7-B60D-75AF20C56B49}" type="presOf" srcId="{ABAF3C61-913D-46D9-966C-AEA59E3F2D36}" destId="{20982E26-3959-4626-A31F-733BADE1392A}" srcOrd="0" destOrd="3" presId="urn:microsoft.com/office/officeart/2005/8/layout/hList1"/>
    <dgm:cxn modelId="{DAC7E219-9C46-44C3-BE70-AF8D3CD834A0}" srcId="{D26A0F12-F2B3-4AC5-A708-28D44E092C5E}" destId="{45F25748-857A-46D3-8DB1-5F6182869993}" srcOrd="4" destOrd="0" parTransId="{F28C2F36-0E2B-45B0-B7E2-4E67C417FE83}" sibTransId="{2DAF2C2F-4BD0-4A82-927F-EAAAB4F98C39}"/>
    <dgm:cxn modelId="{86C5FA29-6479-4F26-902D-54BB8C772552}" type="presOf" srcId="{D26A0F12-F2B3-4AC5-A708-28D44E092C5E}" destId="{B810372E-7616-45AA-959F-3483A7E3992F}" srcOrd="0" destOrd="0" presId="urn:microsoft.com/office/officeart/2005/8/layout/hList1"/>
    <dgm:cxn modelId="{31B1FC29-F2FC-4691-B462-BFB03A994000}" type="presOf" srcId="{8851693B-5231-4572-9721-9965586B325F}" destId="{A7BA8930-189F-4592-9633-F59702B1E87A}" srcOrd="0" destOrd="3" presId="urn:microsoft.com/office/officeart/2005/8/layout/hList1"/>
    <dgm:cxn modelId="{E6DBEB37-BF63-4B31-A02B-18C77AA3A151}" srcId="{1B1D2C52-A46A-4153-9D28-E9DA80B40C5B}" destId="{A8DF44AD-23E4-4829-A688-EC3CAA7756A7}" srcOrd="2" destOrd="0" parTransId="{4C679BAA-F770-4CCC-BB57-2DEE27F639FC}" sibTransId="{DB5ADB62-CACE-4C2D-B9E1-B6E948890D57}"/>
    <dgm:cxn modelId="{F16FFC3B-DBE1-4AEB-B73D-A84C09F1B6AF}" type="presOf" srcId="{34C258EB-776C-4641-8645-BAA6B31D9F9C}" destId="{99F07601-B122-45C1-9179-F902DB565044}" srcOrd="0" destOrd="0" presId="urn:microsoft.com/office/officeart/2005/8/layout/hList1"/>
    <dgm:cxn modelId="{E5805E3D-533D-43FA-967F-FA5BA096DC17}" srcId="{D26A0F12-F2B3-4AC5-A708-28D44E092C5E}" destId="{3CFAA50B-656C-48B9-8633-31714B4803A8}" srcOrd="1" destOrd="0" parTransId="{DFBC2F7B-9956-401E-AB6C-34F8DAFA4FDA}" sibTransId="{ED6D0D81-DC50-4B63-A133-A2DA875F8FFE}"/>
    <dgm:cxn modelId="{ADA59B3E-C2B4-46BC-963D-CD1D72527C49}" srcId="{718E7CE0-1E84-477E-AB57-82895F21D39A}" destId="{44B00466-2FB0-4B86-86BA-CFA74054CC33}" srcOrd="4" destOrd="0" parTransId="{8BF2FECB-2EC7-4618-B1C3-C1FC64E9F5A3}" sibTransId="{61759461-E93D-4DD7-9CE9-73525017472B}"/>
    <dgm:cxn modelId="{5ABE1160-90A0-47F2-BC0D-C7645B372402}" srcId="{718E7CE0-1E84-477E-AB57-82895F21D39A}" destId="{392D81E4-69EC-4774-83D4-95875135FB11}" srcOrd="2" destOrd="0" parTransId="{8CD531A9-2232-40AA-A758-1CCE6BDBDEC4}" sibTransId="{8C841DDB-627D-4CEA-AF14-CC397CA3BFDC}"/>
    <dgm:cxn modelId="{9056B641-42BB-4D9E-AAF6-DF4039153CA9}" srcId="{4F5BD747-E1F4-4F7C-B2E4-E8850B6DA9CF}" destId="{E5640DEB-D384-4491-862E-92544AF686DB}" srcOrd="2" destOrd="0" parTransId="{DE817335-C9CD-4CBE-8A7F-540A6729E8C5}" sibTransId="{BD9FCB1D-F259-4A36-98A6-92964511334D}"/>
    <dgm:cxn modelId="{EE60946C-08B3-4D44-B5EA-34FBF4E9B82A}" type="presOf" srcId="{245B3723-5F6C-49BC-883F-B6C41CCBDFC1}" destId="{20982E26-3959-4626-A31F-733BADE1392A}" srcOrd="0" destOrd="2" presId="urn:microsoft.com/office/officeart/2005/8/layout/hList1"/>
    <dgm:cxn modelId="{168BBC51-FA64-4968-8664-A354CA2A146C}" srcId="{4F5BD747-E1F4-4F7C-B2E4-E8850B6DA9CF}" destId="{6FDC9F1B-87E0-45FB-A43A-97AF96B4949F}" srcOrd="4" destOrd="0" parTransId="{8CE2A486-B56D-4034-821C-2023B715F61E}" sibTransId="{E7D78A6A-F19E-441F-B3BD-78587B616888}"/>
    <dgm:cxn modelId="{AFDC1173-0A68-4EE3-8C2B-4F73C0B38F0A}" type="presOf" srcId="{3CFAA50B-656C-48B9-8633-31714B4803A8}" destId="{20982E26-3959-4626-A31F-733BADE1392A}" srcOrd="0" destOrd="1" presId="urn:microsoft.com/office/officeart/2005/8/layout/hList1"/>
    <dgm:cxn modelId="{7EDDD27A-C077-49AB-8902-F00EA8B47052}" type="presOf" srcId="{CCC7139B-81DC-4201-880D-9C5F9252AF42}" destId="{A7BA8930-189F-4592-9633-F59702B1E87A}" srcOrd="0" destOrd="0" presId="urn:microsoft.com/office/officeart/2005/8/layout/hList1"/>
    <dgm:cxn modelId="{08D13284-18A9-4F6A-B479-28CD77D8129E}" type="presOf" srcId="{46FB3F6F-5AC7-4B3B-AEA5-4B77DD5559EB}" destId="{5CF09014-0D91-4A79-9E0B-8AA9BC8DAE02}" srcOrd="0" destOrd="3" presId="urn:microsoft.com/office/officeart/2005/8/layout/hList1"/>
    <dgm:cxn modelId="{4CC6858D-F954-4E7D-BE10-E6558728B059}" type="presOf" srcId="{718E7CE0-1E84-477E-AB57-82895F21D39A}" destId="{4B5FE30A-3250-4E6F-AF0B-FBCEF990EF05}" srcOrd="0" destOrd="0" presId="urn:microsoft.com/office/officeart/2005/8/layout/hList1"/>
    <dgm:cxn modelId="{E82F988E-37C4-4C1C-AA17-2B1123F98F6B}" srcId="{3B4705B8-9DF1-4E9A-BD95-5CC8C5D9148F}" destId="{4F5BD747-E1F4-4F7C-B2E4-E8850B6DA9CF}" srcOrd="0" destOrd="0" parTransId="{29FBDD1D-0605-4D51-A2B5-F3555E7D73FD}" sibTransId="{E504DF83-D0C7-430F-97F1-891A39F33ABA}"/>
    <dgm:cxn modelId="{C50D2A99-65E0-4546-91D4-9A534F5A0520}" type="presOf" srcId="{E939345A-2242-4DF6-9B25-85D86A679162}" destId="{A7BA8930-189F-4592-9633-F59702B1E87A}" srcOrd="0" destOrd="1" presId="urn:microsoft.com/office/officeart/2005/8/layout/hList1"/>
    <dgm:cxn modelId="{F30C799B-9484-4BFB-967C-6ACECE51AAE9}" type="presOf" srcId="{EEDCFA25-CD13-42D4-8A42-4211A1BD3C6E}" destId="{99F07601-B122-45C1-9179-F902DB565044}" srcOrd="0" destOrd="3" presId="urn:microsoft.com/office/officeart/2005/8/layout/hList1"/>
    <dgm:cxn modelId="{AECAEC9D-F028-4703-BF2F-046D9064BE39}" type="presOf" srcId="{44B00466-2FB0-4B86-86BA-CFA74054CC33}" destId="{99F07601-B122-45C1-9179-F902DB565044}" srcOrd="0" destOrd="4" presId="urn:microsoft.com/office/officeart/2005/8/layout/hList1"/>
    <dgm:cxn modelId="{F223039E-AE6F-48E4-B5C5-95175DB6C7F9}" type="presOf" srcId="{E5640DEB-D384-4491-862E-92544AF686DB}" destId="{5CF09014-0D91-4A79-9E0B-8AA9BC8DAE02}" srcOrd="0" destOrd="2" presId="urn:microsoft.com/office/officeart/2005/8/layout/hList1"/>
    <dgm:cxn modelId="{85F13B9E-AD6D-45BC-BC96-939DEC2BC6BF}" type="presOf" srcId="{3B4705B8-9DF1-4E9A-BD95-5CC8C5D9148F}" destId="{F8CA5EA8-D5ED-49C4-AA45-33A8F69D5A37}" srcOrd="0" destOrd="0" presId="urn:microsoft.com/office/officeart/2005/8/layout/hList1"/>
    <dgm:cxn modelId="{A05338A4-9052-4C43-9916-9586335335F9}" srcId="{1B1D2C52-A46A-4153-9D28-E9DA80B40C5B}" destId="{8851693B-5231-4572-9721-9965586B325F}" srcOrd="3" destOrd="0" parTransId="{1C2FB782-53A6-4C89-A2A4-9D32483AAA0E}" sibTransId="{A7160977-A1A0-423E-996B-81B9B65E0AB5}"/>
    <dgm:cxn modelId="{792BE3A4-7DDF-4047-8E7E-E30AC10DDFF2}" srcId="{D26A0F12-F2B3-4AC5-A708-28D44E092C5E}" destId="{8CA4CB38-1E5D-438E-98B3-EFE0BE78A56C}" srcOrd="0" destOrd="0" parTransId="{0C4BC8AD-2F14-449D-A527-D9834DD8E34E}" sibTransId="{21C921E1-DD35-4287-9500-8435E7F8988E}"/>
    <dgm:cxn modelId="{FF6B73A6-C894-4846-819F-3164FE58646C}" srcId="{D26A0F12-F2B3-4AC5-A708-28D44E092C5E}" destId="{ABAF3C61-913D-46D9-966C-AEA59E3F2D36}" srcOrd="3" destOrd="0" parTransId="{4B0C83B2-E49F-49D7-AE7C-6C3EBA007320}" sibTransId="{DC2B26A5-18B5-4129-AA32-5A711DF048C2}"/>
    <dgm:cxn modelId="{20BE8DA6-5E1A-464A-AD92-01D3CBA8A082}" srcId="{1B1D2C52-A46A-4153-9D28-E9DA80B40C5B}" destId="{CCC7139B-81DC-4201-880D-9C5F9252AF42}" srcOrd="0" destOrd="0" parTransId="{FC2599CF-DED7-4A6F-8B38-C61AB08A6880}" sibTransId="{672F849D-3007-438D-B3DA-44C92DB045C2}"/>
    <dgm:cxn modelId="{A8138CB7-B7D3-4EA4-8018-F99E3D240696}" srcId="{D26A0F12-F2B3-4AC5-A708-28D44E092C5E}" destId="{245B3723-5F6C-49BC-883F-B6C41CCBDFC1}" srcOrd="2" destOrd="0" parTransId="{A44DE7D8-89EF-43AB-A349-0300AD9C2571}" sibTransId="{3E85D802-E0AF-41C3-909E-495F395EE445}"/>
    <dgm:cxn modelId="{9DCCAABD-1D8B-4200-8209-2FAEA81429BF}" type="presOf" srcId="{CB88BA48-9E27-427E-A5ED-AFF62F6EFBD4}" destId="{5CF09014-0D91-4A79-9E0B-8AA9BC8DAE02}" srcOrd="0" destOrd="0" presId="urn:microsoft.com/office/officeart/2005/8/layout/hList1"/>
    <dgm:cxn modelId="{A1A80BBF-B001-4D8F-A2DD-BCB9CDCD0BCF}" type="presOf" srcId="{5D02BD02-E499-4114-9084-701B245F771F}" destId="{99F07601-B122-45C1-9179-F902DB565044}" srcOrd="0" destOrd="1" presId="urn:microsoft.com/office/officeart/2005/8/layout/hList1"/>
    <dgm:cxn modelId="{34156FBF-503F-4873-A639-6BE134708E76}" srcId="{718E7CE0-1E84-477E-AB57-82895F21D39A}" destId="{5D02BD02-E499-4114-9084-701B245F771F}" srcOrd="1" destOrd="0" parTransId="{E47A5E22-E19A-424F-9718-B404DC3297C8}" sibTransId="{18C46370-FB9C-4449-B1B0-DA001E92B187}"/>
    <dgm:cxn modelId="{F9A549C2-BFF7-4803-A568-B92F78E00B3B}" srcId="{4F5BD747-E1F4-4F7C-B2E4-E8850B6DA9CF}" destId="{46FB3F6F-5AC7-4B3B-AEA5-4B77DD5559EB}" srcOrd="3" destOrd="0" parTransId="{E2A7667B-A47E-41B2-B29D-92DA6FC3FA59}" sibTransId="{6240D331-EE5D-402E-A0AE-98677AD84FB6}"/>
    <dgm:cxn modelId="{BCACBACB-A9A9-4033-895C-072EC2CDC333}" srcId="{3B4705B8-9DF1-4E9A-BD95-5CC8C5D9148F}" destId="{D26A0F12-F2B3-4AC5-A708-28D44E092C5E}" srcOrd="1" destOrd="0" parTransId="{B7D5A632-3843-4387-BC20-7A53EE92A055}" sibTransId="{CFC496F9-6F20-469C-A766-518CD9C271FB}"/>
    <dgm:cxn modelId="{D09D83CD-6B5B-4FF4-9FEB-4F76EF7056DF}" type="presOf" srcId="{1B1D2C52-A46A-4153-9D28-E9DA80B40C5B}" destId="{51DD4AF4-CBF0-4AAE-941A-ACE8E4B1B4E5}" srcOrd="0" destOrd="0" presId="urn:microsoft.com/office/officeart/2005/8/layout/hList1"/>
    <dgm:cxn modelId="{BFEB38D7-5F9B-48A4-9C41-E98E4D3FBCA4}" srcId="{4F5BD747-E1F4-4F7C-B2E4-E8850B6DA9CF}" destId="{CB88BA48-9E27-427E-A5ED-AFF62F6EFBD4}" srcOrd="0" destOrd="0" parTransId="{A7CE3B46-4E03-4203-8A6B-CB867BFDA505}" sibTransId="{35D2C72D-8380-4804-8B14-FA807863CDC4}"/>
    <dgm:cxn modelId="{BAC8FEE3-53D8-487F-BE79-15F1D4E19433}" srcId="{4F5BD747-E1F4-4F7C-B2E4-E8850B6DA9CF}" destId="{846875A6-1064-409B-AEA1-A8E9F335C778}" srcOrd="1" destOrd="0" parTransId="{24FEAC7B-8F88-40BF-82BC-5A4C9FDDD3BC}" sibTransId="{27884C30-AD73-4A71-87E3-28CCB31BEA2A}"/>
    <dgm:cxn modelId="{AC3E21E5-7BDA-4D0D-8600-91DE58AE58C7}" type="presOf" srcId="{4F5BD747-E1F4-4F7C-B2E4-E8850B6DA9CF}" destId="{D769FC9C-5AD9-43EC-9E88-C82EE956D118}" srcOrd="0" destOrd="0" presId="urn:microsoft.com/office/officeart/2005/8/layout/hList1"/>
    <dgm:cxn modelId="{36CAC1E8-7FF8-49C0-9BCC-A75048879A67}" type="presOf" srcId="{8CA4CB38-1E5D-438E-98B3-EFE0BE78A56C}" destId="{20982E26-3959-4626-A31F-733BADE1392A}" srcOrd="0" destOrd="0" presId="urn:microsoft.com/office/officeart/2005/8/layout/hList1"/>
    <dgm:cxn modelId="{404760ED-91E7-443E-A8D4-F3BD66B6E7C9}" srcId="{1B1D2C52-A46A-4153-9D28-E9DA80B40C5B}" destId="{E939345A-2242-4DF6-9B25-85D86A679162}" srcOrd="1" destOrd="0" parTransId="{FAE73736-B5A9-453C-8A1A-E82D7C4DA92D}" sibTransId="{066CDFDC-33DC-4586-84CE-10D6D7555D20}"/>
    <dgm:cxn modelId="{AF2F7DED-88B5-4838-B39F-9C95E4E4E153}" srcId="{1B1D2C52-A46A-4153-9D28-E9DA80B40C5B}" destId="{E7DA7492-190B-44EC-926D-12A1BE1C1C91}" srcOrd="4" destOrd="0" parTransId="{B4AB6B34-032E-49FE-9344-4FB5EDC6D5A0}" sibTransId="{BB7DF42C-9F47-415E-B053-E31481057E96}"/>
    <dgm:cxn modelId="{31FDF3F8-DF0F-4127-ABEC-78D0C46888A0}" srcId="{3B4705B8-9DF1-4E9A-BD95-5CC8C5D9148F}" destId="{718E7CE0-1E84-477E-AB57-82895F21D39A}" srcOrd="3" destOrd="0" parTransId="{4E953126-DE5C-4CC0-B17E-A6D0B2C7B7EB}" sibTransId="{E6311F21-A1D7-4B14-B5A3-8C8B914E67A0}"/>
    <dgm:cxn modelId="{715AD5FD-A312-4ED8-8F17-CB25AD7C28F3}" srcId="{3B4705B8-9DF1-4E9A-BD95-5CC8C5D9148F}" destId="{1B1D2C52-A46A-4153-9D28-E9DA80B40C5B}" srcOrd="2" destOrd="0" parTransId="{9D66DEF6-8D83-434F-990C-D4C6CA5E9038}" sibTransId="{8EDA7D2B-4CED-4A45-B81F-912DDDA3EB79}"/>
    <dgm:cxn modelId="{C932C54D-91CA-4099-A865-371A99B7B77A}" type="presParOf" srcId="{F8CA5EA8-D5ED-49C4-AA45-33A8F69D5A37}" destId="{A3EE77D5-918A-4334-A989-ACAD45960498}" srcOrd="0" destOrd="0" presId="urn:microsoft.com/office/officeart/2005/8/layout/hList1"/>
    <dgm:cxn modelId="{7599222E-5F72-46F4-BA4F-A56302EDDE19}" type="presParOf" srcId="{A3EE77D5-918A-4334-A989-ACAD45960498}" destId="{D769FC9C-5AD9-43EC-9E88-C82EE956D118}" srcOrd="0" destOrd="0" presId="urn:microsoft.com/office/officeart/2005/8/layout/hList1"/>
    <dgm:cxn modelId="{95121479-A737-47E1-ADD7-5CEEE1035F28}" type="presParOf" srcId="{A3EE77D5-918A-4334-A989-ACAD45960498}" destId="{5CF09014-0D91-4A79-9E0B-8AA9BC8DAE02}" srcOrd="1" destOrd="0" presId="urn:microsoft.com/office/officeart/2005/8/layout/hList1"/>
    <dgm:cxn modelId="{6600FF5A-97BC-493C-803E-A1DA55812814}" type="presParOf" srcId="{F8CA5EA8-D5ED-49C4-AA45-33A8F69D5A37}" destId="{7996D179-6AA9-49FB-8DC5-8F33789CCF34}" srcOrd="1" destOrd="0" presId="urn:microsoft.com/office/officeart/2005/8/layout/hList1"/>
    <dgm:cxn modelId="{182AD97B-445B-4D38-AB39-85D0A02DA882}" type="presParOf" srcId="{F8CA5EA8-D5ED-49C4-AA45-33A8F69D5A37}" destId="{039810EE-7D14-4C84-95AE-D55D18C4EA7E}" srcOrd="2" destOrd="0" presId="urn:microsoft.com/office/officeart/2005/8/layout/hList1"/>
    <dgm:cxn modelId="{2D616899-2470-4E81-91BB-88CC923CB64F}" type="presParOf" srcId="{039810EE-7D14-4C84-95AE-D55D18C4EA7E}" destId="{B810372E-7616-45AA-959F-3483A7E3992F}" srcOrd="0" destOrd="0" presId="urn:microsoft.com/office/officeart/2005/8/layout/hList1"/>
    <dgm:cxn modelId="{8DCD5B5B-4904-4A04-99A4-918E3E3AE413}" type="presParOf" srcId="{039810EE-7D14-4C84-95AE-D55D18C4EA7E}" destId="{20982E26-3959-4626-A31F-733BADE1392A}" srcOrd="1" destOrd="0" presId="urn:microsoft.com/office/officeart/2005/8/layout/hList1"/>
    <dgm:cxn modelId="{47C16E45-9946-49C5-BAE1-A24B50501A56}" type="presParOf" srcId="{F8CA5EA8-D5ED-49C4-AA45-33A8F69D5A37}" destId="{B5E63C0A-30D0-4D0E-B3A7-4E87A21E0659}" srcOrd="3" destOrd="0" presId="urn:microsoft.com/office/officeart/2005/8/layout/hList1"/>
    <dgm:cxn modelId="{C8DBF4D1-A4A3-4292-9711-1C7692DB7708}" type="presParOf" srcId="{F8CA5EA8-D5ED-49C4-AA45-33A8F69D5A37}" destId="{ADBADE86-B382-411B-8381-2D410E24A30A}" srcOrd="4" destOrd="0" presId="urn:microsoft.com/office/officeart/2005/8/layout/hList1"/>
    <dgm:cxn modelId="{652DD313-FB24-4C98-B4CD-2B4F83A3D4E3}" type="presParOf" srcId="{ADBADE86-B382-411B-8381-2D410E24A30A}" destId="{51DD4AF4-CBF0-4AAE-941A-ACE8E4B1B4E5}" srcOrd="0" destOrd="0" presId="urn:microsoft.com/office/officeart/2005/8/layout/hList1"/>
    <dgm:cxn modelId="{8282A8A0-3CDE-487D-8E78-20BAAF16E7D7}" type="presParOf" srcId="{ADBADE86-B382-411B-8381-2D410E24A30A}" destId="{A7BA8930-189F-4592-9633-F59702B1E87A}" srcOrd="1" destOrd="0" presId="urn:microsoft.com/office/officeart/2005/8/layout/hList1"/>
    <dgm:cxn modelId="{9E76C7B7-6E13-4E21-B516-80677D226F99}" type="presParOf" srcId="{F8CA5EA8-D5ED-49C4-AA45-33A8F69D5A37}" destId="{8EB1998A-C718-4355-BEA8-8388EBC3EACB}" srcOrd="5" destOrd="0" presId="urn:microsoft.com/office/officeart/2005/8/layout/hList1"/>
    <dgm:cxn modelId="{18E59C5B-8342-4BD9-9361-AEE20540425C}" type="presParOf" srcId="{F8CA5EA8-D5ED-49C4-AA45-33A8F69D5A37}" destId="{CD8CF833-AC76-4BA0-BCE2-4FDD8266A99F}" srcOrd="6" destOrd="0" presId="urn:microsoft.com/office/officeart/2005/8/layout/hList1"/>
    <dgm:cxn modelId="{5BC19C13-EC0E-467B-A967-A4E15B2AAFEF}" type="presParOf" srcId="{CD8CF833-AC76-4BA0-BCE2-4FDD8266A99F}" destId="{4B5FE30A-3250-4E6F-AF0B-FBCEF990EF05}" srcOrd="0" destOrd="0" presId="urn:microsoft.com/office/officeart/2005/8/layout/hList1"/>
    <dgm:cxn modelId="{5120877D-892E-43D4-90C9-D83DE3AEFE4A}" type="presParOf" srcId="{CD8CF833-AC76-4BA0-BCE2-4FDD8266A99F}" destId="{99F07601-B122-45C1-9179-F902DB56504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B4705B8-9DF1-4E9A-BD95-5CC8C5D9148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F5BD747-E1F4-4F7C-B2E4-E8850B6DA9CF}">
      <dgm:prSet phldrT="[Text]"/>
      <dgm:spPr/>
      <dgm:t>
        <a:bodyPr/>
        <a:lstStyle/>
        <a:p>
          <a:r>
            <a:rPr lang="id-ID" b="1" dirty="0"/>
            <a:t>Waktu Tempuh</a:t>
          </a:r>
          <a:r>
            <a:rPr lang="id-ID" dirty="0"/>
            <a:t>: Bagaimana kepuasan Anda terhadap waktu tempuh moda transportasi yang Anda gunakan?</a:t>
          </a:r>
          <a:endParaRPr lang="en-US" dirty="0"/>
        </a:p>
      </dgm:t>
    </dgm:pt>
    <dgm:pt modelId="{29FBDD1D-0605-4D51-A2B5-F3555E7D73FD}" type="parTrans" cxnId="{E82F988E-37C4-4C1C-AA17-2B1123F98F6B}">
      <dgm:prSet/>
      <dgm:spPr/>
      <dgm:t>
        <a:bodyPr/>
        <a:lstStyle/>
        <a:p>
          <a:endParaRPr lang="en-US"/>
        </a:p>
      </dgm:t>
    </dgm:pt>
    <dgm:pt modelId="{E504DF83-D0C7-430F-97F1-891A39F33ABA}" type="sibTrans" cxnId="{E82F988E-37C4-4C1C-AA17-2B1123F98F6B}">
      <dgm:prSet/>
      <dgm:spPr/>
      <dgm:t>
        <a:bodyPr/>
        <a:lstStyle/>
        <a:p>
          <a:endParaRPr lang="en-US"/>
        </a:p>
      </dgm:t>
    </dgm:pt>
    <dgm:pt modelId="{CB88BA48-9E27-427E-A5ED-AFF62F6EFBD4}">
      <dgm:prSet phldrT="[Text]"/>
      <dgm:spPr/>
      <dgm:t>
        <a:bodyPr/>
        <a:lstStyle/>
        <a:p>
          <a:r>
            <a:rPr lang="id-ID"/>
            <a:t>1</a:t>
          </a:r>
          <a:endParaRPr lang="en-US" dirty="0"/>
        </a:p>
      </dgm:t>
    </dgm:pt>
    <dgm:pt modelId="{A7CE3B46-4E03-4203-8A6B-CB867BFDA505}" type="parTrans" cxnId="{BFEB38D7-5F9B-48A4-9C41-E98E4D3FBCA4}">
      <dgm:prSet/>
      <dgm:spPr/>
      <dgm:t>
        <a:bodyPr/>
        <a:lstStyle/>
        <a:p>
          <a:endParaRPr lang="en-US"/>
        </a:p>
      </dgm:t>
    </dgm:pt>
    <dgm:pt modelId="{35D2C72D-8380-4804-8B14-FA807863CDC4}" type="sibTrans" cxnId="{BFEB38D7-5F9B-48A4-9C41-E98E4D3FBCA4}">
      <dgm:prSet/>
      <dgm:spPr/>
      <dgm:t>
        <a:bodyPr/>
        <a:lstStyle/>
        <a:p>
          <a:endParaRPr lang="en-US"/>
        </a:p>
      </dgm:t>
    </dgm:pt>
    <dgm:pt modelId="{D26A0F12-F2B3-4AC5-A708-28D44E092C5E}">
      <dgm:prSet phldrT="[Text]"/>
      <dgm:spPr/>
      <dgm:t>
        <a:bodyPr/>
        <a:lstStyle/>
        <a:p>
          <a:r>
            <a:rPr lang="id-ID" b="1" dirty="0"/>
            <a:t>Biaya (Ongkos/Tarif)</a:t>
          </a:r>
          <a:r>
            <a:rPr lang="id-ID" dirty="0"/>
            <a:t>: Bagaimana kepuasan Anda terhadap biaya perjalanan?</a:t>
          </a:r>
          <a:endParaRPr lang="en-US" dirty="0"/>
        </a:p>
      </dgm:t>
    </dgm:pt>
    <dgm:pt modelId="{B7D5A632-3843-4387-BC20-7A53EE92A055}" type="parTrans" cxnId="{BCACBACB-A9A9-4033-895C-072EC2CDC333}">
      <dgm:prSet/>
      <dgm:spPr/>
      <dgm:t>
        <a:bodyPr/>
        <a:lstStyle/>
        <a:p>
          <a:endParaRPr lang="en-US"/>
        </a:p>
      </dgm:t>
    </dgm:pt>
    <dgm:pt modelId="{CFC496F9-6F20-469C-A766-518CD9C271FB}" type="sibTrans" cxnId="{BCACBACB-A9A9-4033-895C-072EC2CDC333}">
      <dgm:prSet/>
      <dgm:spPr/>
      <dgm:t>
        <a:bodyPr/>
        <a:lstStyle/>
        <a:p>
          <a:endParaRPr lang="en-US"/>
        </a:p>
      </dgm:t>
    </dgm:pt>
    <dgm:pt modelId="{8CA4CB38-1E5D-438E-98B3-EFE0BE78A56C}">
      <dgm:prSet phldrT="[Text]"/>
      <dgm:spPr/>
      <dgm:t>
        <a:bodyPr/>
        <a:lstStyle/>
        <a:p>
          <a:pPr>
            <a:buSzPts val="1000"/>
            <a:buFont typeface="Courier New" panose="02070309020205020404" pitchFamily="49" charset="0"/>
            <a:buChar char="o"/>
          </a:pPr>
          <a:r>
            <a:rPr lang="id-ID"/>
            <a:t>1</a:t>
          </a:r>
          <a:endParaRPr lang="en-US" dirty="0"/>
        </a:p>
      </dgm:t>
    </dgm:pt>
    <dgm:pt modelId="{0C4BC8AD-2F14-449D-A527-D9834DD8E34E}" type="parTrans" cxnId="{792BE3A4-7DDF-4047-8E7E-E30AC10DDFF2}">
      <dgm:prSet/>
      <dgm:spPr/>
      <dgm:t>
        <a:bodyPr/>
        <a:lstStyle/>
        <a:p>
          <a:endParaRPr lang="en-US"/>
        </a:p>
      </dgm:t>
    </dgm:pt>
    <dgm:pt modelId="{21C921E1-DD35-4287-9500-8435E7F8988E}" type="sibTrans" cxnId="{792BE3A4-7DDF-4047-8E7E-E30AC10DDFF2}">
      <dgm:prSet/>
      <dgm:spPr/>
      <dgm:t>
        <a:bodyPr/>
        <a:lstStyle/>
        <a:p>
          <a:endParaRPr lang="en-US"/>
        </a:p>
      </dgm:t>
    </dgm:pt>
    <dgm:pt modelId="{1B1D2C52-A46A-4153-9D28-E9DA80B40C5B}">
      <dgm:prSet phldrT="[Text]"/>
      <dgm:spPr/>
      <dgm:t>
        <a:bodyPr/>
        <a:lstStyle/>
        <a:p>
          <a:r>
            <a:rPr lang="id-ID" b="1" dirty="0"/>
            <a:t>Kenyamanan</a:t>
          </a:r>
          <a:r>
            <a:rPr lang="id-ID" dirty="0"/>
            <a:t>: Bagaimana kepuasan Anda terhadap kenyamanan moda transportasi yang Anda gunakan?</a:t>
          </a:r>
          <a:endParaRPr lang="en-US" dirty="0"/>
        </a:p>
      </dgm:t>
    </dgm:pt>
    <dgm:pt modelId="{9D66DEF6-8D83-434F-990C-D4C6CA5E9038}" type="parTrans" cxnId="{715AD5FD-A312-4ED8-8F17-CB25AD7C28F3}">
      <dgm:prSet/>
      <dgm:spPr/>
      <dgm:t>
        <a:bodyPr/>
        <a:lstStyle/>
        <a:p>
          <a:endParaRPr lang="en-US"/>
        </a:p>
      </dgm:t>
    </dgm:pt>
    <dgm:pt modelId="{8EDA7D2B-4CED-4A45-B81F-912DDDA3EB79}" type="sibTrans" cxnId="{715AD5FD-A312-4ED8-8F17-CB25AD7C28F3}">
      <dgm:prSet/>
      <dgm:spPr/>
      <dgm:t>
        <a:bodyPr/>
        <a:lstStyle/>
        <a:p>
          <a:endParaRPr lang="en-US"/>
        </a:p>
      </dgm:t>
    </dgm:pt>
    <dgm:pt modelId="{CCC7139B-81DC-4201-880D-9C5F9252AF42}">
      <dgm:prSet phldrT="[Text]"/>
      <dgm:spPr/>
      <dgm:t>
        <a:bodyPr/>
        <a:lstStyle/>
        <a:p>
          <a:pPr>
            <a:buSzPts val="1000"/>
            <a:buFont typeface="Courier New" panose="02070309020205020404" pitchFamily="49" charset="0"/>
            <a:buChar char="o"/>
          </a:pPr>
          <a:r>
            <a:rPr lang="id-ID" dirty="0"/>
            <a:t>1</a:t>
          </a:r>
          <a:endParaRPr lang="en-US" dirty="0"/>
        </a:p>
      </dgm:t>
    </dgm:pt>
    <dgm:pt modelId="{FC2599CF-DED7-4A6F-8B38-C61AB08A6880}" type="parTrans" cxnId="{20BE8DA6-5E1A-464A-AD92-01D3CBA8A082}">
      <dgm:prSet/>
      <dgm:spPr/>
      <dgm:t>
        <a:bodyPr/>
        <a:lstStyle/>
        <a:p>
          <a:endParaRPr lang="en-US"/>
        </a:p>
      </dgm:t>
    </dgm:pt>
    <dgm:pt modelId="{672F849D-3007-438D-B3DA-44C92DB045C2}" type="sibTrans" cxnId="{20BE8DA6-5E1A-464A-AD92-01D3CBA8A082}">
      <dgm:prSet/>
      <dgm:spPr/>
      <dgm:t>
        <a:bodyPr/>
        <a:lstStyle/>
        <a:p>
          <a:endParaRPr lang="en-US"/>
        </a:p>
      </dgm:t>
    </dgm:pt>
    <dgm:pt modelId="{E939345A-2242-4DF6-9B25-85D86A679162}">
      <dgm:prSet/>
      <dgm:spPr/>
      <dgm:t>
        <a:bodyPr/>
        <a:lstStyle/>
        <a:p>
          <a:pPr>
            <a:buSzPts val="1000"/>
            <a:buFont typeface="Courier New" panose="02070309020205020404" pitchFamily="49" charset="0"/>
            <a:buChar char="o"/>
          </a:pPr>
          <a:r>
            <a:rPr lang="id-ID" dirty="0"/>
            <a:t>2</a:t>
          </a:r>
          <a:endParaRPr lang="en-US" dirty="0"/>
        </a:p>
      </dgm:t>
    </dgm:pt>
    <dgm:pt modelId="{FAE73736-B5A9-453C-8A1A-E82D7C4DA92D}" type="parTrans" cxnId="{404760ED-91E7-443E-A8D4-F3BD66B6E7C9}">
      <dgm:prSet/>
      <dgm:spPr/>
      <dgm:t>
        <a:bodyPr/>
        <a:lstStyle/>
        <a:p>
          <a:endParaRPr lang="en-US"/>
        </a:p>
      </dgm:t>
    </dgm:pt>
    <dgm:pt modelId="{066CDFDC-33DC-4586-84CE-10D6D7555D20}" type="sibTrans" cxnId="{404760ED-91E7-443E-A8D4-F3BD66B6E7C9}">
      <dgm:prSet/>
      <dgm:spPr/>
      <dgm:t>
        <a:bodyPr/>
        <a:lstStyle/>
        <a:p>
          <a:endParaRPr lang="en-US"/>
        </a:p>
      </dgm:t>
    </dgm:pt>
    <dgm:pt modelId="{A8DF44AD-23E4-4829-A688-EC3CAA7756A7}">
      <dgm:prSet/>
      <dgm:spPr/>
      <dgm:t>
        <a:bodyPr/>
        <a:lstStyle/>
        <a:p>
          <a:pPr>
            <a:buSzPts val="1000"/>
            <a:buFont typeface="Courier New" panose="02070309020205020404" pitchFamily="49" charset="0"/>
            <a:buChar char="o"/>
          </a:pPr>
          <a:r>
            <a:rPr lang="id-ID"/>
            <a:t>3</a:t>
          </a:r>
          <a:endParaRPr lang="en-US"/>
        </a:p>
      </dgm:t>
    </dgm:pt>
    <dgm:pt modelId="{4C679BAA-F770-4CCC-BB57-2DEE27F639FC}" type="parTrans" cxnId="{E6DBEB37-BF63-4B31-A02B-18C77AA3A151}">
      <dgm:prSet/>
      <dgm:spPr/>
      <dgm:t>
        <a:bodyPr/>
        <a:lstStyle/>
        <a:p>
          <a:endParaRPr lang="en-US"/>
        </a:p>
      </dgm:t>
    </dgm:pt>
    <dgm:pt modelId="{DB5ADB62-CACE-4C2D-B9E1-B6E948890D57}" type="sibTrans" cxnId="{E6DBEB37-BF63-4B31-A02B-18C77AA3A151}">
      <dgm:prSet/>
      <dgm:spPr/>
      <dgm:t>
        <a:bodyPr/>
        <a:lstStyle/>
        <a:p>
          <a:endParaRPr lang="en-US"/>
        </a:p>
      </dgm:t>
    </dgm:pt>
    <dgm:pt modelId="{8851693B-5231-4572-9721-9965586B325F}">
      <dgm:prSet/>
      <dgm:spPr/>
      <dgm:t>
        <a:bodyPr/>
        <a:lstStyle/>
        <a:p>
          <a:pPr>
            <a:buSzPts val="1000"/>
            <a:buFont typeface="Courier New" panose="02070309020205020404" pitchFamily="49" charset="0"/>
            <a:buChar char="o"/>
          </a:pPr>
          <a:r>
            <a:rPr lang="id-ID" dirty="0"/>
            <a:t>4</a:t>
          </a:r>
          <a:endParaRPr lang="en-US" dirty="0"/>
        </a:p>
      </dgm:t>
    </dgm:pt>
    <dgm:pt modelId="{1C2FB782-53A6-4C89-A2A4-9D32483AAA0E}" type="parTrans" cxnId="{A05338A4-9052-4C43-9916-9586335335F9}">
      <dgm:prSet/>
      <dgm:spPr/>
      <dgm:t>
        <a:bodyPr/>
        <a:lstStyle/>
        <a:p>
          <a:endParaRPr lang="en-US"/>
        </a:p>
      </dgm:t>
    </dgm:pt>
    <dgm:pt modelId="{A7160977-A1A0-423E-996B-81B9B65E0AB5}" type="sibTrans" cxnId="{A05338A4-9052-4C43-9916-9586335335F9}">
      <dgm:prSet/>
      <dgm:spPr/>
      <dgm:t>
        <a:bodyPr/>
        <a:lstStyle/>
        <a:p>
          <a:endParaRPr lang="en-US"/>
        </a:p>
      </dgm:t>
    </dgm:pt>
    <dgm:pt modelId="{E7DA7492-190B-44EC-926D-12A1BE1C1C91}">
      <dgm:prSet/>
      <dgm:spPr/>
      <dgm:t>
        <a:bodyPr/>
        <a:lstStyle/>
        <a:p>
          <a:pPr>
            <a:buSzPts val="1000"/>
            <a:buFont typeface="Courier New" panose="02070309020205020404" pitchFamily="49" charset="0"/>
            <a:buChar char="o"/>
          </a:pPr>
          <a:r>
            <a:rPr lang="id-ID" dirty="0"/>
            <a:t>5</a:t>
          </a:r>
          <a:endParaRPr lang="en-US" dirty="0"/>
        </a:p>
      </dgm:t>
    </dgm:pt>
    <dgm:pt modelId="{B4AB6B34-032E-49FE-9344-4FB5EDC6D5A0}" type="parTrans" cxnId="{AF2F7DED-88B5-4838-B39F-9C95E4E4E153}">
      <dgm:prSet/>
      <dgm:spPr/>
      <dgm:t>
        <a:bodyPr/>
        <a:lstStyle/>
        <a:p>
          <a:endParaRPr lang="en-US"/>
        </a:p>
      </dgm:t>
    </dgm:pt>
    <dgm:pt modelId="{BB7DF42C-9F47-415E-B053-E31481057E96}" type="sibTrans" cxnId="{AF2F7DED-88B5-4838-B39F-9C95E4E4E153}">
      <dgm:prSet/>
      <dgm:spPr/>
      <dgm:t>
        <a:bodyPr/>
        <a:lstStyle/>
        <a:p>
          <a:endParaRPr lang="en-US"/>
        </a:p>
      </dgm:t>
    </dgm:pt>
    <dgm:pt modelId="{846875A6-1064-409B-AEA1-A8E9F335C778}">
      <dgm:prSet/>
      <dgm:spPr/>
      <dgm:t>
        <a:bodyPr/>
        <a:lstStyle/>
        <a:p>
          <a:pPr>
            <a:buSzPts val="1000"/>
            <a:buFont typeface="Courier New" panose="02070309020205020404" pitchFamily="49" charset="0"/>
            <a:buChar char="o"/>
          </a:pPr>
          <a:r>
            <a:rPr lang="id-ID"/>
            <a:t>2</a:t>
          </a:r>
          <a:endParaRPr lang="en-US"/>
        </a:p>
      </dgm:t>
    </dgm:pt>
    <dgm:pt modelId="{24FEAC7B-8F88-40BF-82BC-5A4C9FDDD3BC}" type="parTrans" cxnId="{BAC8FEE3-53D8-487F-BE79-15F1D4E19433}">
      <dgm:prSet/>
      <dgm:spPr/>
      <dgm:t>
        <a:bodyPr/>
        <a:lstStyle/>
        <a:p>
          <a:endParaRPr lang="en-US"/>
        </a:p>
      </dgm:t>
    </dgm:pt>
    <dgm:pt modelId="{27884C30-AD73-4A71-87E3-28CCB31BEA2A}" type="sibTrans" cxnId="{BAC8FEE3-53D8-487F-BE79-15F1D4E19433}">
      <dgm:prSet/>
      <dgm:spPr/>
      <dgm:t>
        <a:bodyPr/>
        <a:lstStyle/>
        <a:p>
          <a:endParaRPr lang="en-US"/>
        </a:p>
      </dgm:t>
    </dgm:pt>
    <dgm:pt modelId="{E5640DEB-D384-4491-862E-92544AF686DB}">
      <dgm:prSet/>
      <dgm:spPr/>
      <dgm:t>
        <a:bodyPr/>
        <a:lstStyle/>
        <a:p>
          <a:pPr>
            <a:buSzPts val="1000"/>
            <a:buFont typeface="Courier New" panose="02070309020205020404" pitchFamily="49" charset="0"/>
            <a:buChar char="o"/>
          </a:pPr>
          <a:r>
            <a:rPr lang="id-ID"/>
            <a:t>3</a:t>
          </a:r>
          <a:endParaRPr lang="en-US"/>
        </a:p>
      </dgm:t>
    </dgm:pt>
    <dgm:pt modelId="{DE817335-C9CD-4CBE-8A7F-540A6729E8C5}" type="parTrans" cxnId="{9056B641-42BB-4D9E-AAF6-DF4039153CA9}">
      <dgm:prSet/>
      <dgm:spPr/>
      <dgm:t>
        <a:bodyPr/>
        <a:lstStyle/>
        <a:p>
          <a:endParaRPr lang="en-US"/>
        </a:p>
      </dgm:t>
    </dgm:pt>
    <dgm:pt modelId="{BD9FCB1D-F259-4A36-98A6-92964511334D}" type="sibTrans" cxnId="{9056B641-42BB-4D9E-AAF6-DF4039153CA9}">
      <dgm:prSet/>
      <dgm:spPr/>
      <dgm:t>
        <a:bodyPr/>
        <a:lstStyle/>
        <a:p>
          <a:endParaRPr lang="en-US"/>
        </a:p>
      </dgm:t>
    </dgm:pt>
    <dgm:pt modelId="{46FB3F6F-5AC7-4B3B-AEA5-4B77DD5559EB}">
      <dgm:prSet/>
      <dgm:spPr/>
      <dgm:t>
        <a:bodyPr/>
        <a:lstStyle/>
        <a:p>
          <a:pPr>
            <a:buSzPts val="1000"/>
            <a:buFont typeface="Courier New" panose="02070309020205020404" pitchFamily="49" charset="0"/>
            <a:buChar char="o"/>
          </a:pPr>
          <a:r>
            <a:rPr lang="id-ID"/>
            <a:t>4</a:t>
          </a:r>
          <a:endParaRPr lang="en-US"/>
        </a:p>
      </dgm:t>
    </dgm:pt>
    <dgm:pt modelId="{E2A7667B-A47E-41B2-B29D-92DA6FC3FA59}" type="parTrans" cxnId="{F9A549C2-BFF7-4803-A568-B92F78E00B3B}">
      <dgm:prSet/>
      <dgm:spPr/>
      <dgm:t>
        <a:bodyPr/>
        <a:lstStyle/>
        <a:p>
          <a:endParaRPr lang="en-US"/>
        </a:p>
      </dgm:t>
    </dgm:pt>
    <dgm:pt modelId="{6240D331-EE5D-402E-A0AE-98677AD84FB6}" type="sibTrans" cxnId="{F9A549C2-BFF7-4803-A568-B92F78E00B3B}">
      <dgm:prSet/>
      <dgm:spPr/>
      <dgm:t>
        <a:bodyPr/>
        <a:lstStyle/>
        <a:p>
          <a:endParaRPr lang="en-US"/>
        </a:p>
      </dgm:t>
    </dgm:pt>
    <dgm:pt modelId="{6FDC9F1B-87E0-45FB-A43A-97AF96B4949F}">
      <dgm:prSet/>
      <dgm:spPr/>
      <dgm:t>
        <a:bodyPr/>
        <a:lstStyle/>
        <a:p>
          <a:pPr>
            <a:buSzPts val="1000"/>
            <a:buFont typeface="Courier New" panose="02070309020205020404" pitchFamily="49" charset="0"/>
            <a:buChar char="o"/>
          </a:pPr>
          <a:r>
            <a:rPr lang="id-ID" dirty="0"/>
            <a:t>5</a:t>
          </a:r>
          <a:endParaRPr lang="en-US" dirty="0"/>
        </a:p>
      </dgm:t>
    </dgm:pt>
    <dgm:pt modelId="{8CE2A486-B56D-4034-821C-2023B715F61E}" type="parTrans" cxnId="{168BBC51-FA64-4968-8664-A354CA2A146C}">
      <dgm:prSet/>
      <dgm:spPr/>
      <dgm:t>
        <a:bodyPr/>
        <a:lstStyle/>
        <a:p>
          <a:endParaRPr lang="en-US"/>
        </a:p>
      </dgm:t>
    </dgm:pt>
    <dgm:pt modelId="{E7D78A6A-F19E-441F-B3BD-78587B616888}" type="sibTrans" cxnId="{168BBC51-FA64-4968-8664-A354CA2A146C}">
      <dgm:prSet/>
      <dgm:spPr/>
      <dgm:t>
        <a:bodyPr/>
        <a:lstStyle/>
        <a:p>
          <a:endParaRPr lang="en-US"/>
        </a:p>
      </dgm:t>
    </dgm:pt>
    <dgm:pt modelId="{3CFAA50B-656C-48B9-8633-31714B4803A8}">
      <dgm:prSet/>
      <dgm:spPr/>
      <dgm:t>
        <a:bodyPr/>
        <a:lstStyle/>
        <a:p>
          <a:pPr>
            <a:buSzPts val="1000"/>
            <a:buFont typeface="Courier New" panose="02070309020205020404" pitchFamily="49" charset="0"/>
            <a:buChar char="o"/>
          </a:pPr>
          <a:r>
            <a:rPr lang="id-ID"/>
            <a:t>2</a:t>
          </a:r>
          <a:endParaRPr lang="en-US"/>
        </a:p>
      </dgm:t>
    </dgm:pt>
    <dgm:pt modelId="{DFBC2F7B-9956-401E-AB6C-34F8DAFA4FDA}" type="parTrans" cxnId="{E5805E3D-533D-43FA-967F-FA5BA096DC17}">
      <dgm:prSet/>
      <dgm:spPr/>
      <dgm:t>
        <a:bodyPr/>
        <a:lstStyle/>
        <a:p>
          <a:endParaRPr lang="en-US"/>
        </a:p>
      </dgm:t>
    </dgm:pt>
    <dgm:pt modelId="{ED6D0D81-DC50-4B63-A133-A2DA875F8FFE}" type="sibTrans" cxnId="{E5805E3D-533D-43FA-967F-FA5BA096DC17}">
      <dgm:prSet/>
      <dgm:spPr/>
      <dgm:t>
        <a:bodyPr/>
        <a:lstStyle/>
        <a:p>
          <a:endParaRPr lang="en-US"/>
        </a:p>
      </dgm:t>
    </dgm:pt>
    <dgm:pt modelId="{245B3723-5F6C-49BC-883F-B6C41CCBDFC1}">
      <dgm:prSet/>
      <dgm:spPr/>
      <dgm:t>
        <a:bodyPr/>
        <a:lstStyle/>
        <a:p>
          <a:pPr>
            <a:buSzPts val="1000"/>
            <a:buFont typeface="Courier New" panose="02070309020205020404" pitchFamily="49" charset="0"/>
            <a:buChar char="o"/>
          </a:pPr>
          <a:r>
            <a:rPr lang="id-ID"/>
            <a:t>3</a:t>
          </a:r>
          <a:endParaRPr lang="en-US"/>
        </a:p>
      </dgm:t>
    </dgm:pt>
    <dgm:pt modelId="{A44DE7D8-89EF-43AB-A349-0300AD9C2571}" type="parTrans" cxnId="{A8138CB7-B7D3-4EA4-8018-F99E3D240696}">
      <dgm:prSet/>
      <dgm:spPr/>
      <dgm:t>
        <a:bodyPr/>
        <a:lstStyle/>
        <a:p>
          <a:endParaRPr lang="en-US"/>
        </a:p>
      </dgm:t>
    </dgm:pt>
    <dgm:pt modelId="{3E85D802-E0AF-41C3-909E-495F395EE445}" type="sibTrans" cxnId="{A8138CB7-B7D3-4EA4-8018-F99E3D240696}">
      <dgm:prSet/>
      <dgm:spPr/>
      <dgm:t>
        <a:bodyPr/>
        <a:lstStyle/>
        <a:p>
          <a:endParaRPr lang="en-US"/>
        </a:p>
      </dgm:t>
    </dgm:pt>
    <dgm:pt modelId="{ABAF3C61-913D-46D9-966C-AEA59E3F2D36}">
      <dgm:prSet/>
      <dgm:spPr/>
      <dgm:t>
        <a:bodyPr/>
        <a:lstStyle/>
        <a:p>
          <a:pPr>
            <a:buSzPts val="1000"/>
            <a:buFont typeface="Courier New" panose="02070309020205020404" pitchFamily="49" charset="0"/>
            <a:buChar char="o"/>
          </a:pPr>
          <a:r>
            <a:rPr lang="id-ID"/>
            <a:t>4</a:t>
          </a:r>
          <a:endParaRPr lang="en-US"/>
        </a:p>
      </dgm:t>
    </dgm:pt>
    <dgm:pt modelId="{4B0C83B2-E49F-49D7-AE7C-6C3EBA007320}" type="parTrans" cxnId="{FF6B73A6-C894-4846-819F-3164FE58646C}">
      <dgm:prSet/>
      <dgm:spPr/>
      <dgm:t>
        <a:bodyPr/>
        <a:lstStyle/>
        <a:p>
          <a:endParaRPr lang="en-US"/>
        </a:p>
      </dgm:t>
    </dgm:pt>
    <dgm:pt modelId="{DC2B26A5-18B5-4129-AA32-5A711DF048C2}" type="sibTrans" cxnId="{FF6B73A6-C894-4846-819F-3164FE58646C}">
      <dgm:prSet/>
      <dgm:spPr/>
      <dgm:t>
        <a:bodyPr/>
        <a:lstStyle/>
        <a:p>
          <a:endParaRPr lang="en-US"/>
        </a:p>
      </dgm:t>
    </dgm:pt>
    <dgm:pt modelId="{45F25748-857A-46D3-8DB1-5F6182869993}">
      <dgm:prSet/>
      <dgm:spPr/>
      <dgm:t>
        <a:bodyPr/>
        <a:lstStyle/>
        <a:p>
          <a:pPr>
            <a:buSzPts val="1000"/>
            <a:buFont typeface="Courier New" panose="02070309020205020404" pitchFamily="49" charset="0"/>
            <a:buChar char="o"/>
          </a:pPr>
          <a:r>
            <a:rPr lang="id-ID" dirty="0"/>
            <a:t>5</a:t>
          </a:r>
          <a:endParaRPr lang="en-US" dirty="0"/>
        </a:p>
      </dgm:t>
    </dgm:pt>
    <dgm:pt modelId="{F28C2F36-0E2B-45B0-B7E2-4E67C417FE83}" type="parTrans" cxnId="{DAC7E219-9C46-44C3-BE70-AF8D3CD834A0}">
      <dgm:prSet/>
      <dgm:spPr/>
      <dgm:t>
        <a:bodyPr/>
        <a:lstStyle/>
        <a:p>
          <a:endParaRPr lang="en-US"/>
        </a:p>
      </dgm:t>
    </dgm:pt>
    <dgm:pt modelId="{2DAF2C2F-4BD0-4A82-927F-EAAAB4F98C39}" type="sibTrans" cxnId="{DAC7E219-9C46-44C3-BE70-AF8D3CD834A0}">
      <dgm:prSet/>
      <dgm:spPr/>
      <dgm:t>
        <a:bodyPr/>
        <a:lstStyle/>
        <a:p>
          <a:endParaRPr lang="en-US"/>
        </a:p>
      </dgm:t>
    </dgm:pt>
    <dgm:pt modelId="{718E7CE0-1E84-477E-AB57-82895F21D39A}">
      <dgm:prSet/>
      <dgm:spPr/>
      <dgm:t>
        <a:bodyPr/>
        <a:lstStyle/>
        <a:p>
          <a:r>
            <a:rPr lang="id-ID" b="1" dirty="0"/>
            <a:t>Aksesibilitas</a:t>
          </a:r>
          <a:r>
            <a:rPr lang="id-ID" dirty="0"/>
            <a:t>: Bagaimana kepuasan Anda terhadap aksesibilitas moda transportasi?</a:t>
          </a:r>
          <a:endParaRPr lang="en-US" dirty="0"/>
        </a:p>
      </dgm:t>
    </dgm:pt>
    <dgm:pt modelId="{4E953126-DE5C-4CC0-B17E-A6D0B2C7B7EB}" type="parTrans" cxnId="{31FDF3F8-DF0F-4127-ABEC-78D0C46888A0}">
      <dgm:prSet/>
      <dgm:spPr/>
      <dgm:t>
        <a:bodyPr/>
        <a:lstStyle/>
        <a:p>
          <a:endParaRPr lang="en-US"/>
        </a:p>
      </dgm:t>
    </dgm:pt>
    <dgm:pt modelId="{E6311F21-A1D7-4B14-B5A3-8C8B914E67A0}" type="sibTrans" cxnId="{31FDF3F8-DF0F-4127-ABEC-78D0C46888A0}">
      <dgm:prSet/>
      <dgm:spPr/>
      <dgm:t>
        <a:bodyPr/>
        <a:lstStyle/>
        <a:p>
          <a:endParaRPr lang="en-US"/>
        </a:p>
      </dgm:t>
    </dgm:pt>
    <dgm:pt modelId="{34C258EB-776C-4641-8645-BAA6B31D9F9C}">
      <dgm:prSet/>
      <dgm:spPr/>
      <dgm:t>
        <a:bodyPr/>
        <a:lstStyle/>
        <a:p>
          <a:pPr>
            <a:buSzPts val="1000"/>
            <a:buFont typeface="Courier New" panose="02070309020205020404" pitchFamily="49" charset="0"/>
            <a:buChar char="o"/>
          </a:pPr>
          <a:r>
            <a:rPr lang="id-ID"/>
            <a:t>1</a:t>
          </a:r>
          <a:endParaRPr lang="en-US" dirty="0"/>
        </a:p>
      </dgm:t>
    </dgm:pt>
    <dgm:pt modelId="{FBCD4174-5550-472F-A976-D4B151262E7F}" type="parTrans" cxnId="{074AF501-35A3-49D8-B7E4-4297D07C56EE}">
      <dgm:prSet/>
      <dgm:spPr/>
      <dgm:t>
        <a:bodyPr/>
        <a:lstStyle/>
        <a:p>
          <a:endParaRPr lang="en-US"/>
        </a:p>
      </dgm:t>
    </dgm:pt>
    <dgm:pt modelId="{512AFBDD-90C9-4EA6-8024-04A12E0BF2C5}" type="sibTrans" cxnId="{074AF501-35A3-49D8-B7E4-4297D07C56EE}">
      <dgm:prSet/>
      <dgm:spPr/>
      <dgm:t>
        <a:bodyPr/>
        <a:lstStyle/>
        <a:p>
          <a:endParaRPr lang="en-US"/>
        </a:p>
      </dgm:t>
    </dgm:pt>
    <dgm:pt modelId="{5D02BD02-E499-4114-9084-701B245F771F}">
      <dgm:prSet/>
      <dgm:spPr/>
      <dgm:t>
        <a:bodyPr/>
        <a:lstStyle/>
        <a:p>
          <a:pPr>
            <a:buSzPts val="1000"/>
            <a:buFont typeface="Courier New" panose="02070309020205020404" pitchFamily="49" charset="0"/>
            <a:buChar char="o"/>
          </a:pPr>
          <a:r>
            <a:rPr lang="id-ID"/>
            <a:t>2</a:t>
          </a:r>
          <a:endParaRPr lang="en-US"/>
        </a:p>
      </dgm:t>
    </dgm:pt>
    <dgm:pt modelId="{E47A5E22-E19A-424F-9718-B404DC3297C8}" type="parTrans" cxnId="{34156FBF-503F-4873-A639-6BE134708E76}">
      <dgm:prSet/>
      <dgm:spPr/>
      <dgm:t>
        <a:bodyPr/>
        <a:lstStyle/>
        <a:p>
          <a:endParaRPr lang="en-US"/>
        </a:p>
      </dgm:t>
    </dgm:pt>
    <dgm:pt modelId="{18C46370-FB9C-4449-B1B0-DA001E92B187}" type="sibTrans" cxnId="{34156FBF-503F-4873-A639-6BE134708E76}">
      <dgm:prSet/>
      <dgm:spPr/>
      <dgm:t>
        <a:bodyPr/>
        <a:lstStyle/>
        <a:p>
          <a:endParaRPr lang="en-US"/>
        </a:p>
      </dgm:t>
    </dgm:pt>
    <dgm:pt modelId="{392D81E4-69EC-4774-83D4-95875135FB11}">
      <dgm:prSet/>
      <dgm:spPr/>
      <dgm:t>
        <a:bodyPr/>
        <a:lstStyle/>
        <a:p>
          <a:pPr>
            <a:buSzPts val="1000"/>
            <a:buFont typeface="Courier New" panose="02070309020205020404" pitchFamily="49" charset="0"/>
            <a:buChar char="o"/>
          </a:pPr>
          <a:r>
            <a:rPr lang="id-ID"/>
            <a:t>3</a:t>
          </a:r>
          <a:endParaRPr lang="en-US"/>
        </a:p>
      </dgm:t>
    </dgm:pt>
    <dgm:pt modelId="{8CD531A9-2232-40AA-A758-1CCE6BDBDEC4}" type="parTrans" cxnId="{5ABE1160-90A0-47F2-BC0D-C7645B372402}">
      <dgm:prSet/>
      <dgm:spPr/>
      <dgm:t>
        <a:bodyPr/>
        <a:lstStyle/>
        <a:p>
          <a:endParaRPr lang="en-US"/>
        </a:p>
      </dgm:t>
    </dgm:pt>
    <dgm:pt modelId="{8C841DDB-627D-4CEA-AF14-CC397CA3BFDC}" type="sibTrans" cxnId="{5ABE1160-90A0-47F2-BC0D-C7645B372402}">
      <dgm:prSet/>
      <dgm:spPr/>
      <dgm:t>
        <a:bodyPr/>
        <a:lstStyle/>
        <a:p>
          <a:endParaRPr lang="en-US"/>
        </a:p>
      </dgm:t>
    </dgm:pt>
    <dgm:pt modelId="{EEDCFA25-CD13-42D4-8A42-4211A1BD3C6E}">
      <dgm:prSet/>
      <dgm:spPr/>
      <dgm:t>
        <a:bodyPr/>
        <a:lstStyle/>
        <a:p>
          <a:pPr>
            <a:buSzPts val="1000"/>
            <a:buFont typeface="Courier New" panose="02070309020205020404" pitchFamily="49" charset="0"/>
            <a:buChar char="o"/>
          </a:pPr>
          <a:r>
            <a:rPr lang="id-ID"/>
            <a:t>4</a:t>
          </a:r>
          <a:endParaRPr lang="en-US"/>
        </a:p>
      </dgm:t>
    </dgm:pt>
    <dgm:pt modelId="{E5A26E3C-9ED1-4B9A-8E66-6EF377097449}" type="parTrans" cxnId="{F1CCE80E-3A0B-43FF-B216-FE4A9EF34B89}">
      <dgm:prSet/>
      <dgm:spPr/>
      <dgm:t>
        <a:bodyPr/>
        <a:lstStyle/>
        <a:p>
          <a:endParaRPr lang="en-US"/>
        </a:p>
      </dgm:t>
    </dgm:pt>
    <dgm:pt modelId="{111F2C23-E35A-46A5-9498-D86163FAB693}" type="sibTrans" cxnId="{F1CCE80E-3A0B-43FF-B216-FE4A9EF34B89}">
      <dgm:prSet/>
      <dgm:spPr/>
      <dgm:t>
        <a:bodyPr/>
        <a:lstStyle/>
        <a:p>
          <a:endParaRPr lang="en-US"/>
        </a:p>
      </dgm:t>
    </dgm:pt>
    <dgm:pt modelId="{44B00466-2FB0-4B86-86BA-CFA74054CC33}">
      <dgm:prSet/>
      <dgm:spPr/>
      <dgm:t>
        <a:bodyPr/>
        <a:lstStyle/>
        <a:p>
          <a:pPr>
            <a:buSzPts val="1000"/>
            <a:buFont typeface="Courier New" panose="02070309020205020404" pitchFamily="49" charset="0"/>
            <a:buChar char="o"/>
          </a:pPr>
          <a:r>
            <a:rPr lang="id-ID" dirty="0"/>
            <a:t>5</a:t>
          </a:r>
          <a:endParaRPr lang="en-US" dirty="0"/>
        </a:p>
      </dgm:t>
    </dgm:pt>
    <dgm:pt modelId="{8BF2FECB-2EC7-4618-B1C3-C1FC64E9F5A3}" type="parTrans" cxnId="{ADA59B3E-C2B4-46BC-963D-CD1D72527C49}">
      <dgm:prSet/>
      <dgm:spPr/>
      <dgm:t>
        <a:bodyPr/>
        <a:lstStyle/>
        <a:p>
          <a:endParaRPr lang="en-US"/>
        </a:p>
      </dgm:t>
    </dgm:pt>
    <dgm:pt modelId="{61759461-E93D-4DD7-9CE9-73525017472B}" type="sibTrans" cxnId="{ADA59B3E-C2B4-46BC-963D-CD1D72527C49}">
      <dgm:prSet/>
      <dgm:spPr/>
      <dgm:t>
        <a:bodyPr/>
        <a:lstStyle/>
        <a:p>
          <a:endParaRPr lang="en-US"/>
        </a:p>
      </dgm:t>
    </dgm:pt>
    <dgm:pt modelId="{367AFF97-6D2F-4002-BF1E-94134A7BAAEA}">
      <dgm:prSet/>
      <dgm:spPr/>
      <dgm:t>
        <a:bodyPr/>
        <a:lstStyle/>
        <a:p>
          <a:r>
            <a:rPr lang="id-ID" b="1" dirty="0"/>
            <a:t>Keamanan</a:t>
          </a:r>
          <a:r>
            <a:rPr lang="id-ID" dirty="0"/>
            <a:t>: Bagaimana kepuasan Anda terhadap keamanan selama perjalanan?</a:t>
          </a:r>
          <a:endParaRPr lang="en-US" dirty="0"/>
        </a:p>
      </dgm:t>
    </dgm:pt>
    <dgm:pt modelId="{C5A4F1C2-6AFB-47F7-9739-5784C33A3D97}" type="parTrans" cxnId="{81AA97D3-858A-4D80-A87D-020793591471}">
      <dgm:prSet/>
      <dgm:spPr/>
      <dgm:t>
        <a:bodyPr/>
        <a:lstStyle/>
        <a:p>
          <a:endParaRPr lang="en-US"/>
        </a:p>
      </dgm:t>
    </dgm:pt>
    <dgm:pt modelId="{C37EB667-EE84-40E4-B00E-7B6F58CD7983}" type="sibTrans" cxnId="{81AA97D3-858A-4D80-A87D-020793591471}">
      <dgm:prSet/>
      <dgm:spPr/>
      <dgm:t>
        <a:bodyPr/>
        <a:lstStyle/>
        <a:p>
          <a:endParaRPr lang="en-US"/>
        </a:p>
      </dgm:t>
    </dgm:pt>
    <dgm:pt modelId="{3F5981D5-07FC-40DD-AC68-C0DD4064C133}">
      <dgm:prSet/>
      <dgm:spPr/>
      <dgm:t>
        <a:bodyPr/>
        <a:lstStyle/>
        <a:p>
          <a:pPr>
            <a:buSzPts val="1000"/>
            <a:buFont typeface="Courier New" panose="02070309020205020404" pitchFamily="49" charset="0"/>
            <a:buChar char="o"/>
          </a:pPr>
          <a:r>
            <a:rPr lang="id-ID" dirty="0"/>
            <a:t>1</a:t>
          </a:r>
          <a:endParaRPr lang="en-US" dirty="0"/>
        </a:p>
      </dgm:t>
    </dgm:pt>
    <dgm:pt modelId="{24CD09BF-CD46-44CE-953F-C7480FC4447D}" type="parTrans" cxnId="{DCE3BF21-2BCB-4F71-A418-4EE0FDCDAC47}">
      <dgm:prSet/>
      <dgm:spPr/>
      <dgm:t>
        <a:bodyPr/>
        <a:lstStyle/>
        <a:p>
          <a:endParaRPr lang="en-US"/>
        </a:p>
      </dgm:t>
    </dgm:pt>
    <dgm:pt modelId="{0CE7CBA7-3A6E-451F-B686-C9858B7D9DA1}" type="sibTrans" cxnId="{DCE3BF21-2BCB-4F71-A418-4EE0FDCDAC47}">
      <dgm:prSet/>
      <dgm:spPr/>
      <dgm:t>
        <a:bodyPr/>
        <a:lstStyle/>
        <a:p>
          <a:endParaRPr lang="en-US"/>
        </a:p>
      </dgm:t>
    </dgm:pt>
    <dgm:pt modelId="{CE85535B-E624-41B6-A8AC-9BEDF00CB997}">
      <dgm:prSet/>
      <dgm:spPr/>
      <dgm:t>
        <a:bodyPr/>
        <a:lstStyle/>
        <a:p>
          <a:pPr>
            <a:buSzPts val="1000"/>
            <a:buFont typeface="Courier New" panose="02070309020205020404" pitchFamily="49" charset="0"/>
            <a:buChar char="o"/>
          </a:pPr>
          <a:r>
            <a:rPr lang="id-ID"/>
            <a:t>2</a:t>
          </a:r>
          <a:endParaRPr lang="en-US"/>
        </a:p>
      </dgm:t>
    </dgm:pt>
    <dgm:pt modelId="{1B99CCA9-1239-45EA-B2EE-AD14DC680A10}" type="parTrans" cxnId="{A5587BE3-807A-4D2E-85D2-BDC6BD9D2C66}">
      <dgm:prSet/>
      <dgm:spPr/>
      <dgm:t>
        <a:bodyPr/>
        <a:lstStyle/>
        <a:p>
          <a:endParaRPr lang="en-US"/>
        </a:p>
      </dgm:t>
    </dgm:pt>
    <dgm:pt modelId="{8F6D3584-35D7-41E4-91FB-57A8BE3FDD02}" type="sibTrans" cxnId="{A5587BE3-807A-4D2E-85D2-BDC6BD9D2C66}">
      <dgm:prSet/>
      <dgm:spPr/>
      <dgm:t>
        <a:bodyPr/>
        <a:lstStyle/>
        <a:p>
          <a:endParaRPr lang="en-US"/>
        </a:p>
      </dgm:t>
    </dgm:pt>
    <dgm:pt modelId="{276A50AF-093B-468E-8747-90BA14E10D72}">
      <dgm:prSet/>
      <dgm:spPr/>
      <dgm:t>
        <a:bodyPr/>
        <a:lstStyle/>
        <a:p>
          <a:pPr>
            <a:buSzPts val="1000"/>
            <a:buFont typeface="Courier New" panose="02070309020205020404" pitchFamily="49" charset="0"/>
            <a:buChar char="o"/>
          </a:pPr>
          <a:r>
            <a:rPr lang="id-ID"/>
            <a:t>3</a:t>
          </a:r>
          <a:endParaRPr lang="en-US"/>
        </a:p>
      </dgm:t>
    </dgm:pt>
    <dgm:pt modelId="{1D62A2A8-886B-46A8-B824-C88494944E70}" type="parTrans" cxnId="{5A4B2701-B250-4530-93B2-F6AFD99B3FC8}">
      <dgm:prSet/>
      <dgm:spPr/>
      <dgm:t>
        <a:bodyPr/>
        <a:lstStyle/>
        <a:p>
          <a:endParaRPr lang="en-US"/>
        </a:p>
      </dgm:t>
    </dgm:pt>
    <dgm:pt modelId="{835B7396-035E-4532-92C7-5C52F28B05FB}" type="sibTrans" cxnId="{5A4B2701-B250-4530-93B2-F6AFD99B3FC8}">
      <dgm:prSet/>
      <dgm:spPr/>
      <dgm:t>
        <a:bodyPr/>
        <a:lstStyle/>
        <a:p>
          <a:endParaRPr lang="en-US"/>
        </a:p>
      </dgm:t>
    </dgm:pt>
    <dgm:pt modelId="{9EE1F86A-5805-4E61-A7A0-B0D3E9BCD7F9}">
      <dgm:prSet/>
      <dgm:spPr/>
      <dgm:t>
        <a:bodyPr/>
        <a:lstStyle/>
        <a:p>
          <a:pPr>
            <a:buSzPts val="1000"/>
            <a:buFont typeface="Courier New" panose="02070309020205020404" pitchFamily="49" charset="0"/>
            <a:buChar char="o"/>
          </a:pPr>
          <a:r>
            <a:rPr lang="id-ID"/>
            <a:t>4</a:t>
          </a:r>
          <a:endParaRPr lang="en-US"/>
        </a:p>
      </dgm:t>
    </dgm:pt>
    <dgm:pt modelId="{F98584BC-EB9B-46C9-9CB8-2838916AE3AB}" type="parTrans" cxnId="{9E44F58D-6863-4412-A99F-772794696448}">
      <dgm:prSet/>
      <dgm:spPr/>
      <dgm:t>
        <a:bodyPr/>
        <a:lstStyle/>
        <a:p>
          <a:endParaRPr lang="en-US"/>
        </a:p>
      </dgm:t>
    </dgm:pt>
    <dgm:pt modelId="{F0DD7376-D843-4221-955E-DA220BFB2236}" type="sibTrans" cxnId="{9E44F58D-6863-4412-A99F-772794696448}">
      <dgm:prSet/>
      <dgm:spPr/>
      <dgm:t>
        <a:bodyPr/>
        <a:lstStyle/>
        <a:p>
          <a:endParaRPr lang="en-US"/>
        </a:p>
      </dgm:t>
    </dgm:pt>
    <dgm:pt modelId="{A344775D-040F-4C5B-9D43-D9CE9FBE60F4}">
      <dgm:prSet/>
      <dgm:spPr/>
      <dgm:t>
        <a:bodyPr/>
        <a:lstStyle/>
        <a:p>
          <a:pPr>
            <a:buSzPts val="1000"/>
            <a:buFont typeface="Courier New" panose="02070309020205020404" pitchFamily="49" charset="0"/>
            <a:buChar char="o"/>
          </a:pPr>
          <a:r>
            <a:rPr lang="id-ID"/>
            <a:t>5</a:t>
          </a:r>
          <a:endParaRPr lang="en-US"/>
        </a:p>
      </dgm:t>
    </dgm:pt>
    <dgm:pt modelId="{D9479740-29E5-4AA6-9EEC-806971BFF5F0}" type="parTrans" cxnId="{02887044-6F47-4D7D-86E4-387F8029423E}">
      <dgm:prSet/>
      <dgm:spPr/>
      <dgm:t>
        <a:bodyPr/>
        <a:lstStyle/>
        <a:p>
          <a:endParaRPr lang="en-US"/>
        </a:p>
      </dgm:t>
    </dgm:pt>
    <dgm:pt modelId="{547FBA1F-2A1C-4868-89FE-2E2AF5EAEA8B}" type="sibTrans" cxnId="{02887044-6F47-4D7D-86E4-387F8029423E}">
      <dgm:prSet/>
      <dgm:spPr/>
      <dgm:t>
        <a:bodyPr/>
        <a:lstStyle/>
        <a:p>
          <a:endParaRPr lang="en-US"/>
        </a:p>
      </dgm:t>
    </dgm:pt>
    <dgm:pt modelId="{F8CA5EA8-D5ED-49C4-AA45-33A8F69D5A37}" type="pres">
      <dgm:prSet presAssocID="{3B4705B8-9DF1-4E9A-BD95-5CC8C5D9148F}" presName="Name0" presStyleCnt="0">
        <dgm:presLayoutVars>
          <dgm:dir/>
          <dgm:animLvl val="lvl"/>
          <dgm:resizeHandles val="exact"/>
        </dgm:presLayoutVars>
      </dgm:prSet>
      <dgm:spPr/>
    </dgm:pt>
    <dgm:pt modelId="{A3EE77D5-918A-4334-A989-ACAD45960498}" type="pres">
      <dgm:prSet presAssocID="{4F5BD747-E1F4-4F7C-B2E4-E8850B6DA9CF}" presName="composite" presStyleCnt="0"/>
      <dgm:spPr/>
    </dgm:pt>
    <dgm:pt modelId="{D769FC9C-5AD9-43EC-9E88-C82EE956D118}" type="pres">
      <dgm:prSet presAssocID="{4F5BD747-E1F4-4F7C-B2E4-E8850B6DA9CF}" presName="parTx" presStyleLbl="alignNode1" presStyleIdx="0" presStyleCnt="5">
        <dgm:presLayoutVars>
          <dgm:chMax val="0"/>
          <dgm:chPref val="0"/>
          <dgm:bulletEnabled val="1"/>
        </dgm:presLayoutVars>
      </dgm:prSet>
      <dgm:spPr/>
    </dgm:pt>
    <dgm:pt modelId="{5CF09014-0D91-4A79-9E0B-8AA9BC8DAE02}" type="pres">
      <dgm:prSet presAssocID="{4F5BD747-E1F4-4F7C-B2E4-E8850B6DA9CF}" presName="desTx" presStyleLbl="alignAccFollowNode1" presStyleIdx="0" presStyleCnt="5">
        <dgm:presLayoutVars>
          <dgm:bulletEnabled val="1"/>
        </dgm:presLayoutVars>
      </dgm:prSet>
      <dgm:spPr/>
    </dgm:pt>
    <dgm:pt modelId="{7996D179-6AA9-49FB-8DC5-8F33789CCF34}" type="pres">
      <dgm:prSet presAssocID="{E504DF83-D0C7-430F-97F1-891A39F33ABA}" presName="space" presStyleCnt="0"/>
      <dgm:spPr/>
    </dgm:pt>
    <dgm:pt modelId="{039810EE-7D14-4C84-95AE-D55D18C4EA7E}" type="pres">
      <dgm:prSet presAssocID="{D26A0F12-F2B3-4AC5-A708-28D44E092C5E}" presName="composite" presStyleCnt="0"/>
      <dgm:spPr/>
    </dgm:pt>
    <dgm:pt modelId="{B810372E-7616-45AA-959F-3483A7E3992F}" type="pres">
      <dgm:prSet presAssocID="{D26A0F12-F2B3-4AC5-A708-28D44E092C5E}" presName="parTx" presStyleLbl="alignNode1" presStyleIdx="1" presStyleCnt="5">
        <dgm:presLayoutVars>
          <dgm:chMax val="0"/>
          <dgm:chPref val="0"/>
          <dgm:bulletEnabled val="1"/>
        </dgm:presLayoutVars>
      </dgm:prSet>
      <dgm:spPr/>
    </dgm:pt>
    <dgm:pt modelId="{20982E26-3959-4626-A31F-733BADE1392A}" type="pres">
      <dgm:prSet presAssocID="{D26A0F12-F2B3-4AC5-A708-28D44E092C5E}" presName="desTx" presStyleLbl="alignAccFollowNode1" presStyleIdx="1" presStyleCnt="5">
        <dgm:presLayoutVars>
          <dgm:bulletEnabled val="1"/>
        </dgm:presLayoutVars>
      </dgm:prSet>
      <dgm:spPr/>
    </dgm:pt>
    <dgm:pt modelId="{B5E63C0A-30D0-4D0E-B3A7-4E87A21E0659}" type="pres">
      <dgm:prSet presAssocID="{CFC496F9-6F20-469C-A766-518CD9C271FB}" presName="space" presStyleCnt="0"/>
      <dgm:spPr/>
    </dgm:pt>
    <dgm:pt modelId="{ADBADE86-B382-411B-8381-2D410E24A30A}" type="pres">
      <dgm:prSet presAssocID="{1B1D2C52-A46A-4153-9D28-E9DA80B40C5B}" presName="composite" presStyleCnt="0"/>
      <dgm:spPr/>
    </dgm:pt>
    <dgm:pt modelId="{51DD4AF4-CBF0-4AAE-941A-ACE8E4B1B4E5}" type="pres">
      <dgm:prSet presAssocID="{1B1D2C52-A46A-4153-9D28-E9DA80B40C5B}" presName="parTx" presStyleLbl="alignNode1" presStyleIdx="2" presStyleCnt="5">
        <dgm:presLayoutVars>
          <dgm:chMax val="0"/>
          <dgm:chPref val="0"/>
          <dgm:bulletEnabled val="1"/>
        </dgm:presLayoutVars>
      </dgm:prSet>
      <dgm:spPr/>
    </dgm:pt>
    <dgm:pt modelId="{A7BA8930-189F-4592-9633-F59702B1E87A}" type="pres">
      <dgm:prSet presAssocID="{1B1D2C52-A46A-4153-9D28-E9DA80B40C5B}" presName="desTx" presStyleLbl="alignAccFollowNode1" presStyleIdx="2" presStyleCnt="5">
        <dgm:presLayoutVars>
          <dgm:bulletEnabled val="1"/>
        </dgm:presLayoutVars>
      </dgm:prSet>
      <dgm:spPr/>
    </dgm:pt>
    <dgm:pt modelId="{8EB1998A-C718-4355-BEA8-8388EBC3EACB}" type="pres">
      <dgm:prSet presAssocID="{8EDA7D2B-4CED-4A45-B81F-912DDDA3EB79}" presName="space" presStyleCnt="0"/>
      <dgm:spPr/>
    </dgm:pt>
    <dgm:pt modelId="{CD8CF833-AC76-4BA0-BCE2-4FDD8266A99F}" type="pres">
      <dgm:prSet presAssocID="{718E7CE0-1E84-477E-AB57-82895F21D39A}" presName="composite" presStyleCnt="0"/>
      <dgm:spPr/>
    </dgm:pt>
    <dgm:pt modelId="{4B5FE30A-3250-4E6F-AF0B-FBCEF990EF05}" type="pres">
      <dgm:prSet presAssocID="{718E7CE0-1E84-477E-AB57-82895F21D39A}" presName="parTx" presStyleLbl="alignNode1" presStyleIdx="3" presStyleCnt="5">
        <dgm:presLayoutVars>
          <dgm:chMax val="0"/>
          <dgm:chPref val="0"/>
          <dgm:bulletEnabled val="1"/>
        </dgm:presLayoutVars>
      </dgm:prSet>
      <dgm:spPr/>
    </dgm:pt>
    <dgm:pt modelId="{99F07601-B122-45C1-9179-F902DB565044}" type="pres">
      <dgm:prSet presAssocID="{718E7CE0-1E84-477E-AB57-82895F21D39A}" presName="desTx" presStyleLbl="alignAccFollowNode1" presStyleIdx="3" presStyleCnt="5">
        <dgm:presLayoutVars>
          <dgm:bulletEnabled val="1"/>
        </dgm:presLayoutVars>
      </dgm:prSet>
      <dgm:spPr/>
    </dgm:pt>
    <dgm:pt modelId="{3DB81B20-4A96-49BB-AC4B-9D970AEF7DAB}" type="pres">
      <dgm:prSet presAssocID="{E6311F21-A1D7-4B14-B5A3-8C8B914E67A0}" presName="space" presStyleCnt="0"/>
      <dgm:spPr/>
    </dgm:pt>
    <dgm:pt modelId="{CF6951D8-5C49-45D3-823F-F29A0AC826A7}" type="pres">
      <dgm:prSet presAssocID="{367AFF97-6D2F-4002-BF1E-94134A7BAAEA}" presName="composite" presStyleCnt="0"/>
      <dgm:spPr/>
    </dgm:pt>
    <dgm:pt modelId="{06D6FFD1-0190-4AFD-A7D1-CC6D04C64EB3}" type="pres">
      <dgm:prSet presAssocID="{367AFF97-6D2F-4002-BF1E-94134A7BAAEA}" presName="parTx" presStyleLbl="alignNode1" presStyleIdx="4" presStyleCnt="5">
        <dgm:presLayoutVars>
          <dgm:chMax val="0"/>
          <dgm:chPref val="0"/>
          <dgm:bulletEnabled val="1"/>
        </dgm:presLayoutVars>
      </dgm:prSet>
      <dgm:spPr/>
    </dgm:pt>
    <dgm:pt modelId="{C4520503-E99E-46E6-AA71-1AAB6D1D2310}" type="pres">
      <dgm:prSet presAssocID="{367AFF97-6D2F-4002-BF1E-94134A7BAAEA}" presName="desTx" presStyleLbl="alignAccFollowNode1" presStyleIdx="4" presStyleCnt="5">
        <dgm:presLayoutVars>
          <dgm:bulletEnabled val="1"/>
        </dgm:presLayoutVars>
      </dgm:prSet>
      <dgm:spPr/>
    </dgm:pt>
  </dgm:ptLst>
  <dgm:cxnLst>
    <dgm:cxn modelId="{5A4B2701-B250-4530-93B2-F6AFD99B3FC8}" srcId="{367AFF97-6D2F-4002-BF1E-94134A7BAAEA}" destId="{276A50AF-093B-468E-8747-90BA14E10D72}" srcOrd="2" destOrd="0" parTransId="{1D62A2A8-886B-46A8-B824-C88494944E70}" sibTransId="{835B7396-035E-4532-92C7-5C52F28B05FB}"/>
    <dgm:cxn modelId="{074AF501-35A3-49D8-B7E4-4297D07C56EE}" srcId="{718E7CE0-1E84-477E-AB57-82895F21D39A}" destId="{34C258EB-776C-4641-8645-BAA6B31D9F9C}" srcOrd="0" destOrd="0" parTransId="{FBCD4174-5550-472F-A976-D4B151262E7F}" sibTransId="{512AFBDD-90C9-4EA6-8024-04A12E0BF2C5}"/>
    <dgm:cxn modelId="{9CC21205-F41E-48AF-B8B4-F79CA5D5DFB9}" type="presOf" srcId="{846875A6-1064-409B-AEA1-A8E9F335C778}" destId="{5CF09014-0D91-4A79-9E0B-8AA9BC8DAE02}" srcOrd="0" destOrd="1" presId="urn:microsoft.com/office/officeart/2005/8/layout/hList1"/>
    <dgm:cxn modelId="{93012109-ACF1-41F9-9340-DF9BA52D9446}" type="presOf" srcId="{E7DA7492-190B-44EC-926D-12A1BE1C1C91}" destId="{A7BA8930-189F-4592-9633-F59702B1E87A}" srcOrd="0" destOrd="4" presId="urn:microsoft.com/office/officeart/2005/8/layout/hList1"/>
    <dgm:cxn modelId="{9AB1640E-55B4-46D3-BB7B-B78156F13F81}" type="presOf" srcId="{6FDC9F1B-87E0-45FB-A43A-97AF96B4949F}" destId="{5CF09014-0D91-4A79-9E0B-8AA9BC8DAE02}" srcOrd="0" destOrd="4" presId="urn:microsoft.com/office/officeart/2005/8/layout/hList1"/>
    <dgm:cxn modelId="{F1CCE80E-3A0B-43FF-B216-FE4A9EF34B89}" srcId="{718E7CE0-1E84-477E-AB57-82895F21D39A}" destId="{EEDCFA25-CD13-42D4-8A42-4211A1BD3C6E}" srcOrd="3" destOrd="0" parTransId="{E5A26E3C-9ED1-4B9A-8E66-6EF377097449}" sibTransId="{111F2C23-E35A-46A5-9498-D86163FAB693}"/>
    <dgm:cxn modelId="{C9568010-1050-4B06-A607-14831F41A09F}" type="presOf" srcId="{392D81E4-69EC-4774-83D4-95875135FB11}" destId="{99F07601-B122-45C1-9179-F902DB565044}" srcOrd="0" destOrd="2" presId="urn:microsoft.com/office/officeart/2005/8/layout/hList1"/>
    <dgm:cxn modelId="{1BEE5112-3DA3-4F0F-BEB5-932049C37A06}" type="presOf" srcId="{45F25748-857A-46D3-8DB1-5F6182869993}" destId="{20982E26-3959-4626-A31F-733BADE1392A}" srcOrd="0" destOrd="4" presId="urn:microsoft.com/office/officeart/2005/8/layout/hList1"/>
    <dgm:cxn modelId="{CCC7DF14-BB73-4EE2-B321-F3ED3B358055}" type="presOf" srcId="{A344775D-040F-4C5B-9D43-D9CE9FBE60F4}" destId="{C4520503-E99E-46E6-AA71-1AAB6D1D2310}" srcOrd="0" destOrd="4" presId="urn:microsoft.com/office/officeart/2005/8/layout/hList1"/>
    <dgm:cxn modelId="{19866B16-7A4C-4BED-98CD-D9416012F7CC}" type="presOf" srcId="{A8DF44AD-23E4-4829-A688-EC3CAA7756A7}" destId="{A7BA8930-189F-4592-9633-F59702B1E87A}" srcOrd="0" destOrd="2" presId="urn:microsoft.com/office/officeart/2005/8/layout/hList1"/>
    <dgm:cxn modelId="{444A8319-CC64-45D7-B60D-75AF20C56B49}" type="presOf" srcId="{ABAF3C61-913D-46D9-966C-AEA59E3F2D36}" destId="{20982E26-3959-4626-A31F-733BADE1392A}" srcOrd="0" destOrd="3" presId="urn:microsoft.com/office/officeart/2005/8/layout/hList1"/>
    <dgm:cxn modelId="{DAC7E219-9C46-44C3-BE70-AF8D3CD834A0}" srcId="{D26A0F12-F2B3-4AC5-A708-28D44E092C5E}" destId="{45F25748-857A-46D3-8DB1-5F6182869993}" srcOrd="4" destOrd="0" parTransId="{F28C2F36-0E2B-45B0-B7E2-4E67C417FE83}" sibTransId="{2DAF2C2F-4BD0-4A82-927F-EAAAB4F98C39}"/>
    <dgm:cxn modelId="{DCE3BF21-2BCB-4F71-A418-4EE0FDCDAC47}" srcId="{367AFF97-6D2F-4002-BF1E-94134A7BAAEA}" destId="{3F5981D5-07FC-40DD-AC68-C0DD4064C133}" srcOrd="0" destOrd="0" parTransId="{24CD09BF-CD46-44CE-953F-C7480FC4447D}" sibTransId="{0CE7CBA7-3A6E-451F-B686-C9858B7D9DA1}"/>
    <dgm:cxn modelId="{86C5FA29-6479-4F26-902D-54BB8C772552}" type="presOf" srcId="{D26A0F12-F2B3-4AC5-A708-28D44E092C5E}" destId="{B810372E-7616-45AA-959F-3483A7E3992F}" srcOrd="0" destOrd="0" presId="urn:microsoft.com/office/officeart/2005/8/layout/hList1"/>
    <dgm:cxn modelId="{31B1FC29-F2FC-4691-B462-BFB03A994000}" type="presOf" srcId="{8851693B-5231-4572-9721-9965586B325F}" destId="{A7BA8930-189F-4592-9633-F59702B1E87A}" srcOrd="0" destOrd="3" presId="urn:microsoft.com/office/officeart/2005/8/layout/hList1"/>
    <dgm:cxn modelId="{E6DBEB37-BF63-4B31-A02B-18C77AA3A151}" srcId="{1B1D2C52-A46A-4153-9D28-E9DA80B40C5B}" destId="{A8DF44AD-23E4-4829-A688-EC3CAA7756A7}" srcOrd="2" destOrd="0" parTransId="{4C679BAA-F770-4CCC-BB57-2DEE27F639FC}" sibTransId="{DB5ADB62-CACE-4C2D-B9E1-B6E948890D57}"/>
    <dgm:cxn modelId="{F16FFC3B-DBE1-4AEB-B73D-A84C09F1B6AF}" type="presOf" srcId="{34C258EB-776C-4641-8645-BAA6B31D9F9C}" destId="{99F07601-B122-45C1-9179-F902DB565044}" srcOrd="0" destOrd="0" presId="urn:microsoft.com/office/officeart/2005/8/layout/hList1"/>
    <dgm:cxn modelId="{E5805E3D-533D-43FA-967F-FA5BA096DC17}" srcId="{D26A0F12-F2B3-4AC5-A708-28D44E092C5E}" destId="{3CFAA50B-656C-48B9-8633-31714B4803A8}" srcOrd="1" destOrd="0" parTransId="{DFBC2F7B-9956-401E-AB6C-34F8DAFA4FDA}" sibTransId="{ED6D0D81-DC50-4B63-A133-A2DA875F8FFE}"/>
    <dgm:cxn modelId="{ADA59B3E-C2B4-46BC-963D-CD1D72527C49}" srcId="{718E7CE0-1E84-477E-AB57-82895F21D39A}" destId="{44B00466-2FB0-4B86-86BA-CFA74054CC33}" srcOrd="4" destOrd="0" parTransId="{8BF2FECB-2EC7-4618-B1C3-C1FC64E9F5A3}" sibTransId="{61759461-E93D-4DD7-9CE9-73525017472B}"/>
    <dgm:cxn modelId="{5ABE1160-90A0-47F2-BC0D-C7645B372402}" srcId="{718E7CE0-1E84-477E-AB57-82895F21D39A}" destId="{392D81E4-69EC-4774-83D4-95875135FB11}" srcOrd="2" destOrd="0" parTransId="{8CD531A9-2232-40AA-A758-1CCE6BDBDEC4}" sibTransId="{8C841DDB-627D-4CEA-AF14-CC397CA3BFDC}"/>
    <dgm:cxn modelId="{9056B641-42BB-4D9E-AAF6-DF4039153CA9}" srcId="{4F5BD747-E1F4-4F7C-B2E4-E8850B6DA9CF}" destId="{E5640DEB-D384-4491-862E-92544AF686DB}" srcOrd="2" destOrd="0" parTransId="{DE817335-C9CD-4CBE-8A7F-540A6729E8C5}" sibTransId="{BD9FCB1D-F259-4A36-98A6-92964511334D}"/>
    <dgm:cxn modelId="{02887044-6F47-4D7D-86E4-387F8029423E}" srcId="{367AFF97-6D2F-4002-BF1E-94134A7BAAEA}" destId="{A344775D-040F-4C5B-9D43-D9CE9FBE60F4}" srcOrd="4" destOrd="0" parTransId="{D9479740-29E5-4AA6-9EEC-806971BFF5F0}" sibTransId="{547FBA1F-2A1C-4868-89FE-2E2AF5EAEA8B}"/>
    <dgm:cxn modelId="{35EB9647-4701-4E81-8696-4332AB35CFE0}" type="presOf" srcId="{CE85535B-E624-41B6-A8AC-9BEDF00CB997}" destId="{C4520503-E99E-46E6-AA71-1AAB6D1D2310}" srcOrd="0" destOrd="1" presId="urn:microsoft.com/office/officeart/2005/8/layout/hList1"/>
    <dgm:cxn modelId="{EE60946C-08B3-4D44-B5EA-34FBF4E9B82A}" type="presOf" srcId="{245B3723-5F6C-49BC-883F-B6C41CCBDFC1}" destId="{20982E26-3959-4626-A31F-733BADE1392A}" srcOrd="0" destOrd="2" presId="urn:microsoft.com/office/officeart/2005/8/layout/hList1"/>
    <dgm:cxn modelId="{168BBC51-FA64-4968-8664-A354CA2A146C}" srcId="{4F5BD747-E1F4-4F7C-B2E4-E8850B6DA9CF}" destId="{6FDC9F1B-87E0-45FB-A43A-97AF96B4949F}" srcOrd="4" destOrd="0" parTransId="{8CE2A486-B56D-4034-821C-2023B715F61E}" sibTransId="{E7D78A6A-F19E-441F-B3BD-78587B616888}"/>
    <dgm:cxn modelId="{AFDC1173-0A68-4EE3-8C2B-4F73C0B38F0A}" type="presOf" srcId="{3CFAA50B-656C-48B9-8633-31714B4803A8}" destId="{20982E26-3959-4626-A31F-733BADE1392A}" srcOrd="0" destOrd="1" presId="urn:microsoft.com/office/officeart/2005/8/layout/hList1"/>
    <dgm:cxn modelId="{7EDDD27A-C077-49AB-8902-F00EA8B47052}" type="presOf" srcId="{CCC7139B-81DC-4201-880D-9C5F9252AF42}" destId="{A7BA8930-189F-4592-9633-F59702B1E87A}" srcOrd="0" destOrd="0" presId="urn:microsoft.com/office/officeart/2005/8/layout/hList1"/>
    <dgm:cxn modelId="{08D13284-18A9-4F6A-B479-28CD77D8129E}" type="presOf" srcId="{46FB3F6F-5AC7-4B3B-AEA5-4B77DD5559EB}" destId="{5CF09014-0D91-4A79-9E0B-8AA9BC8DAE02}" srcOrd="0" destOrd="3" presId="urn:microsoft.com/office/officeart/2005/8/layout/hList1"/>
    <dgm:cxn modelId="{4CC6858D-F954-4E7D-BE10-E6558728B059}" type="presOf" srcId="{718E7CE0-1E84-477E-AB57-82895F21D39A}" destId="{4B5FE30A-3250-4E6F-AF0B-FBCEF990EF05}" srcOrd="0" destOrd="0" presId="urn:microsoft.com/office/officeart/2005/8/layout/hList1"/>
    <dgm:cxn modelId="{9E44F58D-6863-4412-A99F-772794696448}" srcId="{367AFF97-6D2F-4002-BF1E-94134A7BAAEA}" destId="{9EE1F86A-5805-4E61-A7A0-B0D3E9BCD7F9}" srcOrd="3" destOrd="0" parTransId="{F98584BC-EB9B-46C9-9CB8-2838916AE3AB}" sibTransId="{F0DD7376-D843-4221-955E-DA220BFB2236}"/>
    <dgm:cxn modelId="{E82F988E-37C4-4C1C-AA17-2B1123F98F6B}" srcId="{3B4705B8-9DF1-4E9A-BD95-5CC8C5D9148F}" destId="{4F5BD747-E1F4-4F7C-B2E4-E8850B6DA9CF}" srcOrd="0" destOrd="0" parTransId="{29FBDD1D-0605-4D51-A2B5-F3555E7D73FD}" sibTransId="{E504DF83-D0C7-430F-97F1-891A39F33ABA}"/>
    <dgm:cxn modelId="{C50D2A99-65E0-4546-91D4-9A534F5A0520}" type="presOf" srcId="{E939345A-2242-4DF6-9B25-85D86A679162}" destId="{A7BA8930-189F-4592-9633-F59702B1E87A}" srcOrd="0" destOrd="1" presId="urn:microsoft.com/office/officeart/2005/8/layout/hList1"/>
    <dgm:cxn modelId="{F30C799B-9484-4BFB-967C-6ACECE51AAE9}" type="presOf" srcId="{EEDCFA25-CD13-42D4-8A42-4211A1BD3C6E}" destId="{99F07601-B122-45C1-9179-F902DB565044}" srcOrd="0" destOrd="3" presId="urn:microsoft.com/office/officeart/2005/8/layout/hList1"/>
    <dgm:cxn modelId="{AECAEC9D-F028-4703-BF2F-046D9064BE39}" type="presOf" srcId="{44B00466-2FB0-4B86-86BA-CFA74054CC33}" destId="{99F07601-B122-45C1-9179-F902DB565044}" srcOrd="0" destOrd="4" presId="urn:microsoft.com/office/officeart/2005/8/layout/hList1"/>
    <dgm:cxn modelId="{F223039E-AE6F-48E4-B5C5-95175DB6C7F9}" type="presOf" srcId="{E5640DEB-D384-4491-862E-92544AF686DB}" destId="{5CF09014-0D91-4A79-9E0B-8AA9BC8DAE02}" srcOrd="0" destOrd="2" presId="urn:microsoft.com/office/officeart/2005/8/layout/hList1"/>
    <dgm:cxn modelId="{85F13B9E-AD6D-45BC-BC96-939DEC2BC6BF}" type="presOf" srcId="{3B4705B8-9DF1-4E9A-BD95-5CC8C5D9148F}" destId="{F8CA5EA8-D5ED-49C4-AA45-33A8F69D5A37}" srcOrd="0" destOrd="0" presId="urn:microsoft.com/office/officeart/2005/8/layout/hList1"/>
    <dgm:cxn modelId="{A05338A4-9052-4C43-9916-9586335335F9}" srcId="{1B1D2C52-A46A-4153-9D28-E9DA80B40C5B}" destId="{8851693B-5231-4572-9721-9965586B325F}" srcOrd="3" destOrd="0" parTransId="{1C2FB782-53A6-4C89-A2A4-9D32483AAA0E}" sibTransId="{A7160977-A1A0-423E-996B-81B9B65E0AB5}"/>
    <dgm:cxn modelId="{23E0CAA4-595B-4730-B778-A6B31E1130C9}" type="presOf" srcId="{367AFF97-6D2F-4002-BF1E-94134A7BAAEA}" destId="{06D6FFD1-0190-4AFD-A7D1-CC6D04C64EB3}" srcOrd="0" destOrd="0" presId="urn:microsoft.com/office/officeart/2005/8/layout/hList1"/>
    <dgm:cxn modelId="{792BE3A4-7DDF-4047-8E7E-E30AC10DDFF2}" srcId="{D26A0F12-F2B3-4AC5-A708-28D44E092C5E}" destId="{8CA4CB38-1E5D-438E-98B3-EFE0BE78A56C}" srcOrd="0" destOrd="0" parTransId="{0C4BC8AD-2F14-449D-A527-D9834DD8E34E}" sibTransId="{21C921E1-DD35-4287-9500-8435E7F8988E}"/>
    <dgm:cxn modelId="{FF6B73A6-C894-4846-819F-3164FE58646C}" srcId="{D26A0F12-F2B3-4AC5-A708-28D44E092C5E}" destId="{ABAF3C61-913D-46D9-966C-AEA59E3F2D36}" srcOrd="3" destOrd="0" parTransId="{4B0C83B2-E49F-49D7-AE7C-6C3EBA007320}" sibTransId="{DC2B26A5-18B5-4129-AA32-5A711DF048C2}"/>
    <dgm:cxn modelId="{20BE8DA6-5E1A-464A-AD92-01D3CBA8A082}" srcId="{1B1D2C52-A46A-4153-9D28-E9DA80B40C5B}" destId="{CCC7139B-81DC-4201-880D-9C5F9252AF42}" srcOrd="0" destOrd="0" parTransId="{FC2599CF-DED7-4A6F-8B38-C61AB08A6880}" sibTransId="{672F849D-3007-438D-B3DA-44C92DB045C2}"/>
    <dgm:cxn modelId="{A8138CB7-B7D3-4EA4-8018-F99E3D240696}" srcId="{D26A0F12-F2B3-4AC5-A708-28D44E092C5E}" destId="{245B3723-5F6C-49BC-883F-B6C41CCBDFC1}" srcOrd="2" destOrd="0" parTransId="{A44DE7D8-89EF-43AB-A349-0300AD9C2571}" sibTransId="{3E85D802-E0AF-41C3-909E-495F395EE445}"/>
    <dgm:cxn modelId="{9DCCAABD-1D8B-4200-8209-2FAEA81429BF}" type="presOf" srcId="{CB88BA48-9E27-427E-A5ED-AFF62F6EFBD4}" destId="{5CF09014-0D91-4A79-9E0B-8AA9BC8DAE02}" srcOrd="0" destOrd="0" presId="urn:microsoft.com/office/officeart/2005/8/layout/hList1"/>
    <dgm:cxn modelId="{A1A80BBF-B001-4D8F-A2DD-BCB9CDCD0BCF}" type="presOf" srcId="{5D02BD02-E499-4114-9084-701B245F771F}" destId="{99F07601-B122-45C1-9179-F902DB565044}" srcOrd="0" destOrd="1" presId="urn:microsoft.com/office/officeart/2005/8/layout/hList1"/>
    <dgm:cxn modelId="{34156FBF-503F-4873-A639-6BE134708E76}" srcId="{718E7CE0-1E84-477E-AB57-82895F21D39A}" destId="{5D02BD02-E499-4114-9084-701B245F771F}" srcOrd="1" destOrd="0" parTransId="{E47A5E22-E19A-424F-9718-B404DC3297C8}" sibTransId="{18C46370-FB9C-4449-B1B0-DA001E92B187}"/>
    <dgm:cxn modelId="{F9A549C2-BFF7-4803-A568-B92F78E00B3B}" srcId="{4F5BD747-E1F4-4F7C-B2E4-E8850B6DA9CF}" destId="{46FB3F6F-5AC7-4B3B-AEA5-4B77DD5559EB}" srcOrd="3" destOrd="0" parTransId="{E2A7667B-A47E-41B2-B29D-92DA6FC3FA59}" sibTransId="{6240D331-EE5D-402E-A0AE-98677AD84FB6}"/>
    <dgm:cxn modelId="{BCACBACB-A9A9-4033-895C-072EC2CDC333}" srcId="{3B4705B8-9DF1-4E9A-BD95-5CC8C5D9148F}" destId="{D26A0F12-F2B3-4AC5-A708-28D44E092C5E}" srcOrd="1" destOrd="0" parTransId="{B7D5A632-3843-4387-BC20-7A53EE92A055}" sibTransId="{CFC496F9-6F20-469C-A766-518CD9C271FB}"/>
    <dgm:cxn modelId="{D09D83CD-6B5B-4FF4-9FEB-4F76EF7056DF}" type="presOf" srcId="{1B1D2C52-A46A-4153-9D28-E9DA80B40C5B}" destId="{51DD4AF4-CBF0-4AAE-941A-ACE8E4B1B4E5}" srcOrd="0" destOrd="0" presId="urn:microsoft.com/office/officeart/2005/8/layout/hList1"/>
    <dgm:cxn modelId="{D0055FCE-165B-4BF6-95B4-97F05E180D83}" type="presOf" srcId="{3F5981D5-07FC-40DD-AC68-C0DD4064C133}" destId="{C4520503-E99E-46E6-AA71-1AAB6D1D2310}" srcOrd="0" destOrd="0" presId="urn:microsoft.com/office/officeart/2005/8/layout/hList1"/>
    <dgm:cxn modelId="{81AA97D3-858A-4D80-A87D-020793591471}" srcId="{3B4705B8-9DF1-4E9A-BD95-5CC8C5D9148F}" destId="{367AFF97-6D2F-4002-BF1E-94134A7BAAEA}" srcOrd="4" destOrd="0" parTransId="{C5A4F1C2-6AFB-47F7-9739-5784C33A3D97}" sibTransId="{C37EB667-EE84-40E4-B00E-7B6F58CD7983}"/>
    <dgm:cxn modelId="{BFEB38D7-5F9B-48A4-9C41-E98E4D3FBCA4}" srcId="{4F5BD747-E1F4-4F7C-B2E4-E8850B6DA9CF}" destId="{CB88BA48-9E27-427E-A5ED-AFF62F6EFBD4}" srcOrd="0" destOrd="0" parTransId="{A7CE3B46-4E03-4203-8A6B-CB867BFDA505}" sibTransId="{35D2C72D-8380-4804-8B14-FA807863CDC4}"/>
    <dgm:cxn modelId="{72F111DB-5957-4726-A3D5-3A49E907960C}" type="presOf" srcId="{276A50AF-093B-468E-8747-90BA14E10D72}" destId="{C4520503-E99E-46E6-AA71-1AAB6D1D2310}" srcOrd="0" destOrd="2" presId="urn:microsoft.com/office/officeart/2005/8/layout/hList1"/>
    <dgm:cxn modelId="{A5587BE3-807A-4D2E-85D2-BDC6BD9D2C66}" srcId="{367AFF97-6D2F-4002-BF1E-94134A7BAAEA}" destId="{CE85535B-E624-41B6-A8AC-9BEDF00CB997}" srcOrd="1" destOrd="0" parTransId="{1B99CCA9-1239-45EA-B2EE-AD14DC680A10}" sibTransId="{8F6D3584-35D7-41E4-91FB-57A8BE3FDD02}"/>
    <dgm:cxn modelId="{BAC8FEE3-53D8-487F-BE79-15F1D4E19433}" srcId="{4F5BD747-E1F4-4F7C-B2E4-E8850B6DA9CF}" destId="{846875A6-1064-409B-AEA1-A8E9F335C778}" srcOrd="1" destOrd="0" parTransId="{24FEAC7B-8F88-40BF-82BC-5A4C9FDDD3BC}" sibTransId="{27884C30-AD73-4A71-87E3-28CCB31BEA2A}"/>
    <dgm:cxn modelId="{AC3E21E5-7BDA-4D0D-8600-91DE58AE58C7}" type="presOf" srcId="{4F5BD747-E1F4-4F7C-B2E4-E8850B6DA9CF}" destId="{D769FC9C-5AD9-43EC-9E88-C82EE956D118}" srcOrd="0" destOrd="0" presId="urn:microsoft.com/office/officeart/2005/8/layout/hList1"/>
    <dgm:cxn modelId="{36CAC1E8-7FF8-49C0-9BCC-A75048879A67}" type="presOf" srcId="{8CA4CB38-1E5D-438E-98B3-EFE0BE78A56C}" destId="{20982E26-3959-4626-A31F-733BADE1392A}" srcOrd="0" destOrd="0" presId="urn:microsoft.com/office/officeart/2005/8/layout/hList1"/>
    <dgm:cxn modelId="{404760ED-91E7-443E-A8D4-F3BD66B6E7C9}" srcId="{1B1D2C52-A46A-4153-9D28-E9DA80B40C5B}" destId="{E939345A-2242-4DF6-9B25-85D86A679162}" srcOrd="1" destOrd="0" parTransId="{FAE73736-B5A9-453C-8A1A-E82D7C4DA92D}" sibTransId="{066CDFDC-33DC-4586-84CE-10D6D7555D20}"/>
    <dgm:cxn modelId="{AF2F7DED-88B5-4838-B39F-9C95E4E4E153}" srcId="{1B1D2C52-A46A-4153-9D28-E9DA80B40C5B}" destId="{E7DA7492-190B-44EC-926D-12A1BE1C1C91}" srcOrd="4" destOrd="0" parTransId="{B4AB6B34-032E-49FE-9344-4FB5EDC6D5A0}" sibTransId="{BB7DF42C-9F47-415E-B053-E31481057E96}"/>
    <dgm:cxn modelId="{7C2E94F4-23A5-4DB7-BA30-4BFAE5405747}" type="presOf" srcId="{9EE1F86A-5805-4E61-A7A0-B0D3E9BCD7F9}" destId="{C4520503-E99E-46E6-AA71-1AAB6D1D2310}" srcOrd="0" destOrd="3" presId="urn:microsoft.com/office/officeart/2005/8/layout/hList1"/>
    <dgm:cxn modelId="{31FDF3F8-DF0F-4127-ABEC-78D0C46888A0}" srcId="{3B4705B8-9DF1-4E9A-BD95-5CC8C5D9148F}" destId="{718E7CE0-1E84-477E-AB57-82895F21D39A}" srcOrd="3" destOrd="0" parTransId="{4E953126-DE5C-4CC0-B17E-A6D0B2C7B7EB}" sibTransId="{E6311F21-A1D7-4B14-B5A3-8C8B914E67A0}"/>
    <dgm:cxn modelId="{715AD5FD-A312-4ED8-8F17-CB25AD7C28F3}" srcId="{3B4705B8-9DF1-4E9A-BD95-5CC8C5D9148F}" destId="{1B1D2C52-A46A-4153-9D28-E9DA80B40C5B}" srcOrd="2" destOrd="0" parTransId="{9D66DEF6-8D83-434F-990C-D4C6CA5E9038}" sibTransId="{8EDA7D2B-4CED-4A45-B81F-912DDDA3EB79}"/>
    <dgm:cxn modelId="{C932C54D-91CA-4099-A865-371A99B7B77A}" type="presParOf" srcId="{F8CA5EA8-D5ED-49C4-AA45-33A8F69D5A37}" destId="{A3EE77D5-918A-4334-A989-ACAD45960498}" srcOrd="0" destOrd="0" presId="urn:microsoft.com/office/officeart/2005/8/layout/hList1"/>
    <dgm:cxn modelId="{7599222E-5F72-46F4-BA4F-A56302EDDE19}" type="presParOf" srcId="{A3EE77D5-918A-4334-A989-ACAD45960498}" destId="{D769FC9C-5AD9-43EC-9E88-C82EE956D118}" srcOrd="0" destOrd="0" presId="urn:microsoft.com/office/officeart/2005/8/layout/hList1"/>
    <dgm:cxn modelId="{95121479-A737-47E1-ADD7-5CEEE1035F28}" type="presParOf" srcId="{A3EE77D5-918A-4334-A989-ACAD45960498}" destId="{5CF09014-0D91-4A79-9E0B-8AA9BC8DAE02}" srcOrd="1" destOrd="0" presId="urn:microsoft.com/office/officeart/2005/8/layout/hList1"/>
    <dgm:cxn modelId="{6600FF5A-97BC-493C-803E-A1DA55812814}" type="presParOf" srcId="{F8CA5EA8-D5ED-49C4-AA45-33A8F69D5A37}" destId="{7996D179-6AA9-49FB-8DC5-8F33789CCF34}" srcOrd="1" destOrd="0" presId="urn:microsoft.com/office/officeart/2005/8/layout/hList1"/>
    <dgm:cxn modelId="{182AD97B-445B-4D38-AB39-85D0A02DA882}" type="presParOf" srcId="{F8CA5EA8-D5ED-49C4-AA45-33A8F69D5A37}" destId="{039810EE-7D14-4C84-95AE-D55D18C4EA7E}" srcOrd="2" destOrd="0" presId="urn:microsoft.com/office/officeart/2005/8/layout/hList1"/>
    <dgm:cxn modelId="{2D616899-2470-4E81-91BB-88CC923CB64F}" type="presParOf" srcId="{039810EE-7D14-4C84-95AE-D55D18C4EA7E}" destId="{B810372E-7616-45AA-959F-3483A7E3992F}" srcOrd="0" destOrd="0" presId="urn:microsoft.com/office/officeart/2005/8/layout/hList1"/>
    <dgm:cxn modelId="{8DCD5B5B-4904-4A04-99A4-918E3E3AE413}" type="presParOf" srcId="{039810EE-7D14-4C84-95AE-D55D18C4EA7E}" destId="{20982E26-3959-4626-A31F-733BADE1392A}" srcOrd="1" destOrd="0" presId="urn:microsoft.com/office/officeart/2005/8/layout/hList1"/>
    <dgm:cxn modelId="{47C16E45-9946-49C5-BAE1-A24B50501A56}" type="presParOf" srcId="{F8CA5EA8-D5ED-49C4-AA45-33A8F69D5A37}" destId="{B5E63C0A-30D0-4D0E-B3A7-4E87A21E0659}" srcOrd="3" destOrd="0" presId="urn:microsoft.com/office/officeart/2005/8/layout/hList1"/>
    <dgm:cxn modelId="{C8DBF4D1-A4A3-4292-9711-1C7692DB7708}" type="presParOf" srcId="{F8CA5EA8-D5ED-49C4-AA45-33A8F69D5A37}" destId="{ADBADE86-B382-411B-8381-2D410E24A30A}" srcOrd="4" destOrd="0" presId="urn:microsoft.com/office/officeart/2005/8/layout/hList1"/>
    <dgm:cxn modelId="{652DD313-FB24-4C98-B4CD-2B4F83A3D4E3}" type="presParOf" srcId="{ADBADE86-B382-411B-8381-2D410E24A30A}" destId="{51DD4AF4-CBF0-4AAE-941A-ACE8E4B1B4E5}" srcOrd="0" destOrd="0" presId="urn:microsoft.com/office/officeart/2005/8/layout/hList1"/>
    <dgm:cxn modelId="{8282A8A0-3CDE-487D-8E78-20BAAF16E7D7}" type="presParOf" srcId="{ADBADE86-B382-411B-8381-2D410E24A30A}" destId="{A7BA8930-189F-4592-9633-F59702B1E87A}" srcOrd="1" destOrd="0" presId="urn:microsoft.com/office/officeart/2005/8/layout/hList1"/>
    <dgm:cxn modelId="{9E76C7B7-6E13-4E21-B516-80677D226F99}" type="presParOf" srcId="{F8CA5EA8-D5ED-49C4-AA45-33A8F69D5A37}" destId="{8EB1998A-C718-4355-BEA8-8388EBC3EACB}" srcOrd="5" destOrd="0" presId="urn:microsoft.com/office/officeart/2005/8/layout/hList1"/>
    <dgm:cxn modelId="{18E59C5B-8342-4BD9-9361-AEE20540425C}" type="presParOf" srcId="{F8CA5EA8-D5ED-49C4-AA45-33A8F69D5A37}" destId="{CD8CF833-AC76-4BA0-BCE2-4FDD8266A99F}" srcOrd="6" destOrd="0" presId="urn:microsoft.com/office/officeart/2005/8/layout/hList1"/>
    <dgm:cxn modelId="{5BC19C13-EC0E-467B-A967-A4E15B2AAFEF}" type="presParOf" srcId="{CD8CF833-AC76-4BA0-BCE2-4FDD8266A99F}" destId="{4B5FE30A-3250-4E6F-AF0B-FBCEF990EF05}" srcOrd="0" destOrd="0" presId="urn:microsoft.com/office/officeart/2005/8/layout/hList1"/>
    <dgm:cxn modelId="{5120877D-892E-43D4-90C9-D83DE3AEFE4A}" type="presParOf" srcId="{CD8CF833-AC76-4BA0-BCE2-4FDD8266A99F}" destId="{99F07601-B122-45C1-9179-F902DB565044}" srcOrd="1" destOrd="0" presId="urn:microsoft.com/office/officeart/2005/8/layout/hList1"/>
    <dgm:cxn modelId="{0A40D58D-CF37-4E09-B76D-6FDA1B196C92}" type="presParOf" srcId="{F8CA5EA8-D5ED-49C4-AA45-33A8F69D5A37}" destId="{3DB81B20-4A96-49BB-AC4B-9D970AEF7DAB}" srcOrd="7" destOrd="0" presId="urn:microsoft.com/office/officeart/2005/8/layout/hList1"/>
    <dgm:cxn modelId="{409E8DBF-C287-4FD0-8559-C8CA5B9F7837}" type="presParOf" srcId="{F8CA5EA8-D5ED-49C4-AA45-33A8F69D5A37}" destId="{CF6951D8-5C49-45D3-823F-F29A0AC826A7}" srcOrd="8" destOrd="0" presId="urn:microsoft.com/office/officeart/2005/8/layout/hList1"/>
    <dgm:cxn modelId="{8C0A2CA3-4F4B-46ED-8246-C9EB67AF3460}" type="presParOf" srcId="{CF6951D8-5C49-45D3-823F-F29A0AC826A7}" destId="{06D6FFD1-0190-4AFD-A7D1-CC6D04C64EB3}" srcOrd="0" destOrd="0" presId="urn:microsoft.com/office/officeart/2005/8/layout/hList1"/>
    <dgm:cxn modelId="{5C3F74C3-DAD9-47D2-8DCE-868D222461A9}" type="presParOf" srcId="{CF6951D8-5C49-45D3-823F-F29A0AC826A7}" destId="{C4520503-E99E-46E6-AA71-1AAB6D1D2310}"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3A9B0D0-4DD8-4591-A6F8-93DA8529149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67771D3-1727-48C6-9BD2-2522E9164141}">
      <dgm:prSet phldrT="[Text]"/>
      <dgm:spPr/>
      <dgm:t>
        <a:bodyPr/>
        <a:lstStyle/>
        <a:p>
          <a:r>
            <a:rPr lang="en-US" dirty="0" err="1"/>
            <a:t>Pertanyaan</a:t>
          </a:r>
          <a:r>
            <a:rPr lang="en-US" dirty="0"/>
            <a:t> Terbuka</a:t>
          </a:r>
        </a:p>
      </dgm:t>
    </dgm:pt>
    <dgm:pt modelId="{B9CD6625-2AA0-4649-B54D-9B232A0FC533}" type="parTrans" cxnId="{25E646D5-AB62-43A3-85EC-9183C9EDAC5C}">
      <dgm:prSet/>
      <dgm:spPr/>
      <dgm:t>
        <a:bodyPr/>
        <a:lstStyle/>
        <a:p>
          <a:endParaRPr lang="en-US"/>
        </a:p>
      </dgm:t>
    </dgm:pt>
    <dgm:pt modelId="{24B95E7B-A76D-431C-9352-B8F17B843E26}" type="sibTrans" cxnId="{25E646D5-AB62-43A3-85EC-9183C9EDAC5C}">
      <dgm:prSet/>
      <dgm:spPr/>
      <dgm:t>
        <a:bodyPr/>
        <a:lstStyle/>
        <a:p>
          <a:endParaRPr lang="en-US"/>
        </a:p>
      </dgm:t>
    </dgm:pt>
    <dgm:pt modelId="{A57E3645-243F-4133-9019-8C53D472A313}">
      <dgm:prSet phldrT="[Text]"/>
      <dgm:spPr/>
      <dgm:t>
        <a:bodyPr/>
        <a:lstStyle/>
        <a:p>
          <a:r>
            <a:rPr lang="id-ID" dirty="0"/>
            <a:t>Apa alasan utama Anda memilih moda transportasi yang Anda gunakan saat ini? (Tuliskan secara singkat)</a:t>
          </a:r>
          <a:endParaRPr lang="en-US" dirty="0"/>
        </a:p>
      </dgm:t>
    </dgm:pt>
    <dgm:pt modelId="{CCF3E7D0-58D2-4011-B2E9-CCF1E227A116}" type="parTrans" cxnId="{087C96A5-D2CB-4EE0-A057-3D6563C3227E}">
      <dgm:prSet/>
      <dgm:spPr/>
      <dgm:t>
        <a:bodyPr/>
        <a:lstStyle/>
        <a:p>
          <a:endParaRPr lang="en-US"/>
        </a:p>
      </dgm:t>
    </dgm:pt>
    <dgm:pt modelId="{0A40FD88-9022-496C-9C2B-1B51D66A4063}" type="sibTrans" cxnId="{087C96A5-D2CB-4EE0-A057-3D6563C3227E}">
      <dgm:prSet/>
      <dgm:spPr/>
      <dgm:t>
        <a:bodyPr/>
        <a:lstStyle/>
        <a:p>
          <a:endParaRPr lang="en-US"/>
        </a:p>
      </dgm:t>
    </dgm:pt>
    <dgm:pt modelId="{C77FEA75-CED8-4F2F-A165-87FD01F252A0}">
      <dgm:prSet phldrT="[Text]"/>
      <dgm:spPr/>
      <dgm:t>
        <a:bodyPr/>
        <a:lstStyle/>
        <a:p>
          <a:r>
            <a:rPr lang="id-ID" dirty="0"/>
            <a:t>Apa yang bisa ditingkatkan dari moda transportasi umum yang Anda gunakan? (Tuliskan secara singkat)</a:t>
          </a:r>
          <a:endParaRPr lang="en-US" dirty="0"/>
        </a:p>
      </dgm:t>
    </dgm:pt>
    <dgm:pt modelId="{40114176-D08E-4DBC-A30B-70C582D1FACF}" type="parTrans" cxnId="{AA7042D0-7BA5-4E3E-A3D6-D3EA0160C491}">
      <dgm:prSet/>
      <dgm:spPr/>
      <dgm:t>
        <a:bodyPr/>
        <a:lstStyle/>
        <a:p>
          <a:endParaRPr lang="en-US"/>
        </a:p>
      </dgm:t>
    </dgm:pt>
    <dgm:pt modelId="{0C62243C-A85E-4D5F-8DB6-9323F031D3AF}" type="sibTrans" cxnId="{AA7042D0-7BA5-4E3E-A3D6-D3EA0160C491}">
      <dgm:prSet/>
      <dgm:spPr/>
      <dgm:t>
        <a:bodyPr/>
        <a:lstStyle/>
        <a:p>
          <a:endParaRPr lang="en-US"/>
        </a:p>
      </dgm:t>
    </dgm:pt>
    <dgm:pt modelId="{47BA8297-6F5F-4382-9030-30E06662ADD8}" type="pres">
      <dgm:prSet presAssocID="{B3A9B0D0-4DD8-4591-A6F8-93DA85291496}" presName="vert0" presStyleCnt="0">
        <dgm:presLayoutVars>
          <dgm:dir/>
          <dgm:animOne val="branch"/>
          <dgm:animLvl val="lvl"/>
        </dgm:presLayoutVars>
      </dgm:prSet>
      <dgm:spPr/>
    </dgm:pt>
    <dgm:pt modelId="{C36A655A-6812-4CBD-A448-A92D280E5190}" type="pres">
      <dgm:prSet presAssocID="{F67771D3-1727-48C6-9BD2-2522E9164141}" presName="thickLine" presStyleLbl="alignNode1" presStyleIdx="0" presStyleCnt="1"/>
      <dgm:spPr/>
    </dgm:pt>
    <dgm:pt modelId="{2C6A082B-6BB1-4C63-B115-81FF495D2059}" type="pres">
      <dgm:prSet presAssocID="{F67771D3-1727-48C6-9BD2-2522E9164141}" presName="horz1" presStyleCnt="0"/>
      <dgm:spPr/>
    </dgm:pt>
    <dgm:pt modelId="{BAAB9577-2C13-4009-80BD-C93D2B3C1D50}" type="pres">
      <dgm:prSet presAssocID="{F67771D3-1727-48C6-9BD2-2522E9164141}" presName="tx1" presStyleLbl="revTx" presStyleIdx="0" presStyleCnt="3"/>
      <dgm:spPr/>
    </dgm:pt>
    <dgm:pt modelId="{53757FE1-536B-44DD-9B61-1E5A9D7C1863}" type="pres">
      <dgm:prSet presAssocID="{F67771D3-1727-48C6-9BD2-2522E9164141}" presName="vert1" presStyleCnt="0"/>
      <dgm:spPr/>
    </dgm:pt>
    <dgm:pt modelId="{DFB00AF3-FDB7-48F0-B28A-9FB818C088D4}" type="pres">
      <dgm:prSet presAssocID="{A57E3645-243F-4133-9019-8C53D472A313}" presName="vertSpace2a" presStyleCnt="0"/>
      <dgm:spPr/>
    </dgm:pt>
    <dgm:pt modelId="{B6C3F828-5E3C-4E3A-BC8D-0B71DF9A17F7}" type="pres">
      <dgm:prSet presAssocID="{A57E3645-243F-4133-9019-8C53D472A313}" presName="horz2" presStyleCnt="0"/>
      <dgm:spPr/>
    </dgm:pt>
    <dgm:pt modelId="{91366181-FCBC-4A44-9043-75991F3C0FCF}" type="pres">
      <dgm:prSet presAssocID="{A57E3645-243F-4133-9019-8C53D472A313}" presName="horzSpace2" presStyleCnt="0"/>
      <dgm:spPr/>
    </dgm:pt>
    <dgm:pt modelId="{10C6BA13-F4F8-44ED-9C16-B26EA2043575}" type="pres">
      <dgm:prSet presAssocID="{A57E3645-243F-4133-9019-8C53D472A313}" presName="tx2" presStyleLbl="revTx" presStyleIdx="1" presStyleCnt="3"/>
      <dgm:spPr/>
    </dgm:pt>
    <dgm:pt modelId="{F970D4CE-F8A9-4E9C-8A47-A81B068897B3}" type="pres">
      <dgm:prSet presAssocID="{A57E3645-243F-4133-9019-8C53D472A313}" presName="vert2" presStyleCnt="0"/>
      <dgm:spPr/>
    </dgm:pt>
    <dgm:pt modelId="{C8130C7F-EA7B-4EE0-B488-D0783CBBEF77}" type="pres">
      <dgm:prSet presAssocID="{A57E3645-243F-4133-9019-8C53D472A313}" presName="thinLine2b" presStyleLbl="callout" presStyleIdx="0" presStyleCnt="2"/>
      <dgm:spPr/>
    </dgm:pt>
    <dgm:pt modelId="{B60B60C8-E49E-4617-ACF7-D1CDD9E8BB42}" type="pres">
      <dgm:prSet presAssocID="{A57E3645-243F-4133-9019-8C53D472A313}" presName="vertSpace2b" presStyleCnt="0"/>
      <dgm:spPr/>
    </dgm:pt>
    <dgm:pt modelId="{8B0BD557-3E01-483F-9E74-B5DFF51DF154}" type="pres">
      <dgm:prSet presAssocID="{C77FEA75-CED8-4F2F-A165-87FD01F252A0}" presName="horz2" presStyleCnt="0"/>
      <dgm:spPr/>
    </dgm:pt>
    <dgm:pt modelId="{9DBDB8FD-A22B-4080-A78A-1BBDF3435A3B}" type="pres">
      <dgm:prSet presAssocID="{C77FEA75-CED8-4F2F-A165-87FD01F252A0}" presName="horzSpace2" presStyleCnt="0"/>
      <dgm:spPr/>
    </dgm:pt>
    <dgm:pt modelId="{151091E7-30CD-4B0E-B750-FD877873BD70}" type="pres">
      <dgm:prSet presAssocID="{C77FEA75-CED8-4F2F-A165-87FD01F252A0}" presName="tx2" presStyleLbl="revTx" presStyleIdx="2" presStyleCnt="3"/>
      <dgm:spPr/>
    </dgm:pt>
    <dgm:pt modelId="{C3F85571-E4FD-4624-9872-48187A67DDCB}" type="pres">
      <dgm:prSet presAssocID="{C77FEA75-CED8-4F2F-A165-87FD01F252A0}" presName="vert2" presStyleCnt="0"/>
      <dgm:spPr/>
    </dgm:pt>
    <dgm:pt modelId="{C9339DDB-4083-40B0-92DB-339575F09A2C}" type="pres">
      <dgm:prSet presAssocID="{C77FEA75-CED8-4F2F-A165-87FD01F252A0}" presName="thinLine2b" presStyleLbl="callout" presStyleIdx="1" presStyleCnt="2"/>
      <dgm:spPr/>
    </dgm:pt>
    <dgm:pt modelId="{8A7F427A-D884-475F-8451-78B7FC362EBE}" type="pres">
      <dgm:prSet presAssocID="{C77FEA75-CED8-4F2F-A165-87FD01F252A0}" presName="vertSpace2b" presStyleCnt="0"/>
      <dgm:spPr/>
    </dgm:pt>
  </dgm:ptLst>
  <dgm:cxnLst>
    <dgm:cxn modelId="{675DA402-1A96-4AFD-AE96-BBA9E65EFF5C}" type="presOf" srcId="{C77FEA75-CED8-4F2F-A165-87FD01F252A0}" destId="{151091E7-30CD-4B0E-B750-FD877873BD70}" srcOrd="0" destOrd="0" presId="urn:microsoft.com/office/officeart/2008/layout/LinedList"/>
    <dgm:cxn modelId="{05578B33-F000-46B2-B287-F4D008BE4E79}" type="presOf" srcId="{A57E3645-243F-4133-9019-8C53D472A313}" destId="{10C6BA13-F4F8-44ED-9C16-B26EA2043575}" srcOrd="0" destOrd="0" presId="urn:microsoft.com/office/officeart/2008/layout/LinedList"/>
    <dgm:cxn modelId="{BACF1484-7F7C-444D-A6CD-03113FD0AF9B}" type="presOf" srcId="{B3A9B0D0-4DD8-4591-A6F8-93DA85291496}" destId="{47BA8297-6F5F-4382-9030-30E06662ADD8}" srcOrd="0" destOrd="0" presId="urn:microsoft.com/office/officeart/2008/layout/LinedList"/>
    <dgm:cxn modelId="{087C96A5-D2CB-4EE0-A057-3D6563C3227E}" srcId="{F67771D3-1727-48C6-9BD2-2522E9164141}" destId="{A57E3645-243F-4133-9019-8C53D472A313}" srcOrd="0" destOrd="0" parTransId="{CCF3E7D0-58D2-4011-B2E9-CCF1E227A116}" sibTransId="{0A40FD88-9022-496C-9C2B-1B51D66A4063}"/>
    <dgm:cxn modelId="{08E4EDAA-BFE2-46AD-81B9-10A534840ADA}" type="presOf" srcId="{F67771D3-1727-48C6-9BD2-2522E9164141}" destId="{BAAB9577-2C13-4009-80BD-C93D2B3C1D50}" srcOrd="0" destOrd="0" presId="urn:microsoft.com/office/officeart/2008/layout/LinedList"/>
    <dgm:cxn modelId="{AA7042D0-7BA5-4E3E-A3D6-D3EA0160C491}" srcId="{F67771D3-1727-48C6-9BD2-2522E9164141}" destId="{C77FEA75-CED8-4F2F-A165-87FD01F252A0}" srcOrd="1" destOrd="0" parTransId="{40114176-D08E-4DBC-A30B-70C582D1FACF}" sibTransId="{0C62243C-A85E-4D5F-8DB6-9323F031D3AF}"/>
    <dgm:cxn modelId="{25E646D5-AB62-43A3-85EC-9183C9EDAC5C}" srcId="{B3A9B0D0-4DD8-4591-A6F8-93DA85291496}" destId="{F67771D3-1727-48C6-9BD2-2522E9164141}" srcOrd="0" destOrd="0" parTransId="{B9CD6625-2AA0-4649-B54D-9B232A0FC533}" sibTransId="{24B95E7B-A76D-431C-9352-B8F17B843E26}"/>
    <dgm:cxn modelId="{40EF1CE8-34FE-4738-AC03-4DA251F7E13A}" type="presParOf" srcId="{47BA8297-6F5F-4382-9030-30E06662ADD8}" destId="{C36A655A-6812-4CBD-A448-A92D280E5190}" srcOrd="0" destOrd="0" presId="urn:microsoft.com/office/officeart/2008/layout/LinedList"/>
    <dgm:cxn modelId="{7B50BA0A-C02F-4601-9A46-7D4DFD523934}" type="presParOf" srcId="{47BA8297-6F5F-4382-9030-30E06662ADD8}" destId="{2C6A082B-6BB1-4C63-B115-81FF495D2059}" srcOrd="1" destOrd="0" presId="urn:microsoft.com/office/officeart/2008/layout/LinedList"/>
    <dgm:cxn modelId="{B4503337-B345-4055-AA36-67494352EFCB}" type="presParOf" srcId="{2C6A082B-6BB1-4C63-B115-81FF495D2059}" destId="{BAAB9577-2C13-4009-80BD-C93D2B3C1D50}" srcOrd="0" destOrd="0" presId="urn:microsoft.com/office/officeart/2008/layout/LinedList"/>
    <dgm:cxn modelId="{777F0883-F5D2-4746-9309-94DB629D3F2F}" type="presParOf" srcId="{2C6A082B-6BB1-4C63-B115-81FF495D2059}" destId="{53757FE1-536B-44DD-9B61-1E5A9D7C1863}" srcOrd="1" destOrd="0" presId="urn:microsoft.com/office/officeart/2008/layout/LinedList"/>
    <dgm:cxn modelId="{1841E923-227E-4D85-93B5-3868C60FB9A6}" type="presParOf" srcId="{53757FE1-536B-44DD-9B61-1E5A9D7C1863}" destId="{DFB00AF3-FDB7-48F0-B28A-9FB818C088D4}" srcOrd="0" destOrd="0" presId="urn:microsoft.com/office/officeart/2008/layout/LinedList"/>
    <dgm:cxn modelId="{3A84810D-328C-4F07-8734-560C7A9E22FC}" type="presParOf" srcId="{53757FE1-536B-44DD-9B61-1E5A9D7C1863}" destId="{B6C3F828-5E3C-4E3A-BC8D-0B71DF9A17F7}" srcOrd="1" destOrd="0" presId="urn:microsoft.com/office/officeart/2008/layout/LinedList"/>
    <dgm:cxn modelId="{E0D9D119-35D8-4204-ABCA-28DDB1E60168}" type="presParOf" srcId="{B6C3F828-5E3C-4E3A-BC8D-0B71DF9A17F7}" destId="{91366181-FCBC-4A44-9043-75991F3C0FCF}" srcOrd="0" destOrd="0" presId="urn:microsoft.com/office/officeart/2008/layout/LinedList"/>
    <dgm:cxn modelId="{9DE62F52-992E-41E2-A216-0BF4C541E982}" type="presParOf" srcId="{B6C3F828-5E3C-4E3A-BC8D-0B71DF9A17F7}" destId="{10C6BA13-F4F8-44ED-9C16-B26EA2043575}" srcOrd="1" destOrd="0" presId="urn:microsoft.com/office/officeart/2008/layout/LinedList"/>
    <dgm:cxn modelId="{68AE69E2-FF8E-40DF-8854-A8C1EB4948B0}" type="presParOf" srcId="{B6C3F828-5E3C-4E3A-BC8D-0B71DF9A17F7}" destId="{F970D4CE-F8A9-4E9C-8A47-A81B068897B3}" srcOrd="2" destOrd="0" presId="urn:microsoft.com/office/officeart/2008/layout/LinedList"/>
    <dgm:cxn modelId="{2AC6C816-686A-4E84-8D14-207A874B7EDF}" type="presParOf" srcId="{53757FE1-536B-44DD-9B61-1E5A9D7C1863}" destId="{C8130C7F-EA7B-4EE0-B488-D0783CBBEF77}" srcOrd="2" destOrd="0" presId="urn:microsoft.com/office/officeart/2008/layout/LinedList"/>
    <dgm:cxn modelId="{205BAAF2-BD2C-4A20-A6A5-22D61AA86BEA}" type="presParOf" srcId="{53757FE1-536B-44DD-9B61-1E5A9D7C1863}" destId="{B60B60C8-E49E-4617-ACF7-D1CDD9E8BB42}" srcOrd="3" destOrd="0" presId="urn:microsoft.com/office/officeart/2008/layout/LinedList"/>
    <dgm:cxn modelId="{5E19A83D-AA14-4433-A529-1A7BE2EDA7F2}" type="presParOf" srcId="{53757FE1-536B-44DD-9B61-1E5A9D7C1863}" destId="{8B0BD557-3E01-483F-9E74-B5DFF51DF154}" srcOrd="4" destOrd="0" presId="urn:microsoft.com/office/officeart/2008/layout/LinedList"/>
    <dgm:cxn modelId="{9D61D9A0-83B4-4BC0-821F-BDD1EF3A5EF7}" type="presParOf" srcId="{8B0BD557-3E01-483F-9E74-B5DFF51DF154}" destId="{9DBDB8FD-A22B-4080-A78A-1BBDF3435A3B}" srcOrd="0" destOrd="0" presId="urn:microsoft.com/office/officeart/2008/layout/LinedList"/>
    <dgm:cxn modelId="{8C230337-865B-4789-917F-208AE481E95A}" type="presParOf" srcId="{8B0BD557-3E01-483F-9E74-B5DFF51DF154}" destId="{151091E7-30CD-4B0E-B750-FD877873BD70}" srcOrd="1" destOrd="0" presId="urn:microsoft.com/office/officeart/2008/layout/LinedList"/>
    <dgm:cxn modelId="{2533A895-6637-4B6F-99C3-9BA6E1DD4A13}" type="presParOf" srcId="{8B0BD557-3E01-483F-9E74-B5DFF51DF154}" destId="{C3F85571-E4FD-4624-9872-48187A67DDCB}" srcOrd="2" destOrd="0" presId="urn:microsoft.com/office/officeart/2008/layout/LinedList"/>
    <dgm:cxn modelId="{6064B647-20B4-43A0-BBD2-769328B7C0A4}" type="presParOf" srcId="{53757FE1-536B-44DD-9B61-1E5A9D7C1863}" destId="{C9339DDB-4083-40B0-92DB-339575F09A2C}" srcOrd="5" destOrd="0" presId="urn:microsoft.com/office/officeart/2008/layout/LinedList"/>
    <dgm:cxn modelId="{3554D4E2-B4FB-4F1A-9C8A-722A2F7E6276}" type="presParOf" srcId="{53757FE1-536B-44DD-9B61-1E5A9D7C1863}" destId="{8A7F427A-D884-475F-8451-78B7FC362EBE}"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EE7DFD-5F94-47EE-9E91-7FC2266CEE0C}">
      <dsp:nvSpPr>
        <dsp:cNvPr id="0" name=""/>
        <dsp:cNvSpPr/>
      </dsp:nvSpPr>
      <dsp:spPr>
        <a:xfrm>
          <a:off x="7544372" y="957616"/>
          <a:ext cx="1723658" cy="4103780"/>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t" anchorCtr="0">
          <a:noAutofit/>
        </a:bodyPr>
        <a:lstStyle/>
        <a:p>
          <a:pPr marL="0" lvl="0" indent="0" algn="r" defTabSz="444500">
            <a:lnSpc>
              <a:spcPct val="90000"/>
            </a:lnSpc>
            <a:spcBef>
              <a:spcPct val="0"/>
            </a:spcBef>
            <a:spcAft>
              <a:spcPct val="35000"/>
            </a:spcAft>
            <a:buNone/>
          </a:pPr>
          <a:r>
            <a:rPr lang="id-ID" sz="1000" kern="1200" dirty="0"/>
            <a:t>Penelitian ini bertujuan untuk menganalisis faktor-faktor yang memengaruhi pemilihan moda transportasi oleh pengguna di wilayah Cimahi, menggunakan pendekatan berbasis data yang sistematis. Pemilihan moda transportasi yang efektif dan efisien dapat berdampak positif pada peningkatan kualitas transportasi umum, mengurangi kemacetan, dan meningkatkan kenyamanan pengguna secara keseluruhan</a:t>
          </a:r>
          <a:endParaRPr lang="en-US" sz="1000" kern="1200" dirty="0"/>
        </a:p>
      </dsp:txBody>
      <dsp:txXfrm>
        <a:off x="7762932" y="957616"/>
        <a:ext cx="1505098" cy="4103780"/>
      </dsp:txXfrm>
    </dsp:sp>
    <dsp:sp modelId="{8F819BBE-5151-48F2-9DCA-C6BB5573FEB9}">
      <dsp:nvSpPr>
        <dsp:cNvPr id="0" name=""/>
        <dsp:cNvSpPr/>
      </dsp:nvSpPr>
      <dsp:spPr>
        <a:xfrm>
          <a:off x="7544372" y="0"/>
          <a:ext cx="1723658" cy="9576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ctr" defTabSz="933450">
            <a:lnSpc>
              <a:spcPct val="90000"/>
            </a:lnSpc>
            <a:spcBef>
              <a:spcPct val="0"/>
            </a:spcBef>
            <a:spcAft>
              <a:spcPct val="35000"/>
            </a:spcAft>
            <a:buNone/>
          </a:pPr>
          <a:r>
            <a:rPr lang="en-US" sz="2100" kern="1200" dirty="0" err="1"/>
            <a:t>Tujuan</a:t>
          </a:r>
          <a:endParaRPr lang="en-US" sz="2100" kern="1200" dirty="0"/>
        </a:p>
      </dsp:txBody>
      <dsp:txXfrm>
        <a:off x="7544372" y="0"/>
        <a:ext cx="1723658" cy="957616"/>
      </dsp:txXfrm>
    </dsp:sp>
    <dsp:sp modelId="{A85FC4F3-668F-46C1-B2B2-60F3131D3D8C}">
      <dsp:nvSpPr>
        <dsp:cNvPr id="0" name=""/>
        <dsp:cNvSpPr/>
      </dsp:nvSpPr>
      <dsp:spPr>
        <a:xfrm>
          <a:off x="5820713" y="957616"/>
          <a:ext cx="1723658" cy="3830465"/>
        </a:xfrm>
        <a:prstGeom prst="wedgeRectCallout">
          <a:avLst>
            <a:gd name="adj1" fmla="val 62500"/>
            <a:gd name="adj2" fmla="val 2083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t" anchorCtr="0">
          <a:noAutofit/>
        </a:bodyPr>
        <a:lstStyle/>
        <a:p>
          <a:pPr marL="0" lvl="0" indent="0" algn="r" defTabSz="444500">
            <a:lnSpc>
              <a:spcPct val="90000"/>
            </a:lnSpc>
            <a:spcBef>
              <a:spcPct val="0"/>
            </a:spcBef>
            <a:spcAft>
              <a:spcPct val="35000"/>
            </a:spcAft>
            <a:buNone/>
          </a:pPr>
          <a:r>
            <a:rPr lang="id-ID" sz="1000" b="1" kern="1200" dirty="0"/>
            <a:t>Kemacetan yang Tinggi</a:t>
          </a:r>
          <a:endParaRPr lang="en-US" sz="1000" kern="1200" dirty="0"/>
        </a:p>
        <a:p>
          <a:pPr marL="0" lvl="0" indent="0" algn="r" defTabSz="444500">
            <a:lnSpc>
              <a:spcPct val="90000"/>
            </a:lnSpc>
            <a:spcBef>
              <a:spcPct val="0"/>
            </a:spcBef>
            <a:spcAft>
              <a:spcPct val="35000"/>
            </a:spcAft>
            <a:buNone/>
          </a:pPr>
          <a:r>
            <a:rPr lang="id-ID" sz="1000" b="1" kern="1200" dirty="0"/>
            <a:t>Aksesibilitas yang Kurang</a:t>
          </a:r>
          <a:r>
            <a:rPr lang="id-ID" sz="1000" kern="1200" dirty="0"/>
            <a:t>: </a:t>
          </a:r>
          <a:endParaRPr lang="en-US" sz="1000" kern="1200" dirty="0"/>
        </a:p>
        <a:p>
          <a:pPr marL="0" lvl="0" indent="0" algn="r" defTabSz="444500">
            <a:lnSpc>
              <a:spcPct val="90000"/>
            </a:lnSpc>
            <a:spcBef>
              <a:spcPct val="0"/>
            </a:spcBef>
            <a:spcAft>
              <a:spcPct val="35000"/>
            </a:spcAft>
            <a:buNone/>
          </a:pPr>
          <a:r>
            <a:rPr lang="id-ID" sz="1000" b="1" kern="1200" dirty="0"/>
            <a:t>Kualitas Layanan Transportasi</a:t>
          </a:r>
          <a:endParaRPr lang="en-US" sz="1000" kern="1200" dirty="0"/>
        </a:p>
      </dsp:txBody>
      <dsp:txXfrm>
        <a:off x="6039273" y="957616"/>
        <a:ext cx="1505098" cy="3830465"/>
      </dsp:txXfrm>
    </dsp:sp>
    <dsp:sp modelId="{2E8B3846-D6B7-4F07-AFFB-93B3B7DC6A00}">
      <dsp:nvSpPr>
        <dsp:cNvPr id="0" name=""/>
        <dsp:cNvSpPr/>
      </dsp:nvSpPr>
      <dsp:spPr>
        <a:xfrm>
          <a:off x="5820713" y="139188"/>
          <a:ext cx="1723658" cy="8209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ctr" defTabSz="933450">
            <a:lnSpc>
              <a:spcPct val="90000"/>
            </a:lnSpc>
            <a:spcBef>
              <a:spcPct val="0"/>
            </a:spcBef>
            <a:spcAft>
              <a:spcPct val="35000"/>
            </a:spcAft>
            <a:buNone/>
          </a:pPr>
          <a:r>
            <a:rPr lang="en-US" sz="2100" kern="1200" dirty="0" err="1"/>
            <a:t>Fenomena</a:t>
          </a:r>
          <a:endParaRPr lang="en-US" sz="2100" kern="1200" dirty="0"/>
        </a:p>
      </dsp:txBody>
      <dsp:txXfrm>
        <a:off x="5820713" y="139188"/>
        <a:ext cx="1723658" cy="820958"/>
      </dsp:txXfrm>
    </dsp:sp>
    <dsp:sp modelId="{79F8210D-4DD0-4A92-9912-BEF3DC3BB871}">
      <dsp:nvSpPr>
        <dsp:cNvPr id="0" name=""/>
        <dsp:cNvSpPr/>
      </dsp:nvSpPr>
      <dsp:spPr>
        <a:xfrm>
          <a:off x="4097055" y="957616"/>
          <a:ext cx="1723658" cy="3556643"/>
        </a:xfrm>
        <a:prstGeom prst="wedgeRectCallout">
          <a:avLst>
            <a:gd name="adj1" fmla="val 62500"/>
            <a:gd name="adj2" fmla="val 2083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t" anchorCtr="0">
          <a:noAutofit/>
        </a:bodyPr>
        <a:lstStyle/>
        <a:p>
          <a:pPr marL="0" lvl="0" indent="0" algn="r" defTabSz="444500">
            <a:lnSpc>
              <a:spcPct val="90000"/>
            </a:lnSpc>
            <a:spcBef>
              <a:spcPct val="0"/>
            </a:spcBef>
            <a:spcAft>
              <a:spcPct val="35000"/>
            </a:spcAft>
            <a:buNone/>
          </a:pPr>
          <a:r>
            <a:rPr lang="id-ID" sz="1000" kern="1200" dirty="0"/>
            <a:t>Kemacetan, keterbatasan aksesibilitas, waktu tempuh yang lama, dan kenyamanan yang belum memadai menjadi beberapa faktor yang memengaruhi keputusan masyarakat dalam memilih moda transportasi</a:t>
          </a:r>
          <a:r>
            <a:rPr lang="en-US" sz="1000" kern="1200" dirty="0"/>
            <a:t>. </a:t>
          </a:r>
          <a:r>
            <a:rPr lang="id-ID" sz="1000" kern="1200" dirty="0"/>
            <a:t>Fenomena ini diperparah dengan adanya peningkatan penggunaan kendaraan pribadi, yang tidak hanya memperburuk kemacetan tetapi juga menambah tingkat polusi udara di Cimahi.</a:t>
          </a:r>
          <a:endParaRPr lang="en-US" sz="1000" kern="1200" dirty="0"/>
        </a:p>
      </dsp:txBody>
      <dsp:txXfrm>
        <a:off x="4315615" y="957616"/>
        <a:ext cx="1505098" cy="3556643"/>
      </dsp:txXfrm>
    </dsp:sp>
    <dsp:sp modelId="{5C16C92B-93C5-49A3-AAA0-A56DE9637FC1}">
      <dsp:nvSpPr>
        <dsp:cNvPr id="0" name=""/>
        <dsp:cNvSpPr/>
      </dsp:nvSpPr>
      <dsp:spPr>
        <a:xfrm>
          <a:off x="4097055" y="273821"/>
          <a:ext cx="1723658" cy="6837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ctr" defTabSz="933450">
            <a:lnSpc>
              <a:spcPct val="90000"/>
            </a:lnSpc>
            <a:spcBef>
              <a:spcPct val="0"/>
            </a:spcBef>
            <a:spcAft>
              <a:spcPct val="35000"/>
            </a:spcAft>
            <a:buNone/>
          </a:pPr>
          <a:r>
            <a:rPr lang="en-US" sz="2100" kern="1200" dirty="0" err="1"/>
            <a:t>Permasalahan</a:t>
          </a:r>
          <a:endParaRPr lang="en-US" sz="2100" kern="1200" dirty="0"/>
        </a:p>
      </dsp:txBody>
      <dsp:txXfrm>
        <a:off x="4097055" y="273821"/>
        <a:ext cx="1723658" cy="683794"/>
      </dsp:txXfrm>
    </dsp:sp>
    <dsp:sp modelId="{DA619087-985D-44BC-956F-F319EBD3D03C}">
      <dsp:nvSpPr>
        <dsp:cNvPr id="0" name=""/>
        <dsp:cNvSpPr/>
      </dsp:nvSpPr>
      <dsp:spPr>
        <a:xfrm>
          <a:off x="2373396" y="957616"/>
          <a:ext cx="1723658" cy="3282822"/>
        </a:xfrm>
        <a:prstGeom prst="wedgeRectCallout">
          <a:avLst>
            <a:gd name="adj1" fmla="val 62500"/>
            <a:gd name="adj2" fmla="val 2083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t" anchorCtr="0">
          <a:noAutofit/>
        </a:bodyPr>
        <a:lstStyle/>
        <a:p>
          <a:pPr marL="0" lvl="0" indent="0" algn="r" defTabSz="444500">
            <a:lnSpc>
              <a:spcPct val="90000"/>
            </a:lnSpc>
            <a:spcBef>
              <a:spcPct val="0"/>
            </a:spcBef>
            <a:spcAft>
              <a:spcPct val="35000"/>
            </a:spcAft>
            <a:buNone/>
          </a:pPr>
          <a:r>
            <a:rPr lang="id-ID" sz="1000" kern="1200" dirty="0"/>
            <a:t>Tingginya angka penduduk yang bergerak menuju kawasan metropolitan untuk bekerja, bersekolah, dan melakukan aktivitas sehari-hari, memunculkan tantangan dalam sistem transportasi umum.</a:t>
          </a:r>
          <a:r>
            <a:rPr lang="en-US" sz="1000" kern="1200" dirty="0"/>
            <a:t> </a:t>
          </a:r>
          <a:r>
            <a:rPr lang="id-ID" sz="1000" kern="1200" dirty="0"/>
            <a:t>Moda transportasi umum seperti Trans Metro Bandung, Trans Metro Pasundan, dan Light Rail Transit (LRT) telah dihadirkan sebagai upaya untuk menyediakan layanan transportasi yang efisien, terjangkau, dan aman bagi masyarakat </a:t>
          </a:r>
          <a:endParaRPr lang="en-US" sz="1000" kern="1200" dirty="0"/>
        </a:p>
      </dsp:txBody>
      <dsp:txXfrm>
        <a:off x="2591956" y="957616"/>
        <a:ext cx="1505098" cy="3282822"/>
      </dsp:txXfrm>
    </dsp:sp>
    <dsp:sp modelId="{47BB901B-2ECA-4B22-A1BA-ED764D6DA876}">
      <dsp:nvSpPr>
        <dsp:cNvPr id="0" name=""/>
        <dsp:cNvSpPr/>
      </dsp:nvSpPr>
      <dsp:spPr>
        <a:xfrm>
          <a:off x="2373396" y="410479"/>
          <a:ext cx="1723658" cy="5471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ctr" defTabSz="933450">
            <a:lnSpc>
              <a:spcPct val="90000"/>
            </a:lnSpc>
            <a:spcBef>
              <a:spcPct val="0"/>
            </a:spcBef>
            <a:spcAft>
              <a:spcPct val="35000"/>
            </a:spcAft>
            <a:buNone/>
          </a:pPr>
          <a:r>
            <a:rPr lang="en-US" sz="2100" kern="1200" dirty="0"/>
            <a:t>Kota </a:t>
          </a:r>
          <a:r>
            <a:rPr lang="en-US" sz="2100" kern="1200" dirty="0" err="1"/>
            <a:t>Cimahi</a:t>
          </a:r>
          <a:endParaRPr lang="en-US" sz="2100" kern="1200" dirty="0"/>
        </a:p>
      </dsp:txBody>
      <dsp:txXfrm>
        <a:off x="2373396" y="410479"/>
        <a:ext cx="1723658" cy="5471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69B15-0BBB-4173-88E5-4AB3A06B376F}">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F8D295-5843-49C6-92C3-46A5C7FA44BC}">
      <dsp:nvSpPr>
        <dsp:cNvPr id="0" name=""/>
        <dsp:cNvSpPr/>
      </dsp:nvSpPr>
      <dsp:spPr>
        <a:xfrm>
          <a:off x="0" y="0"/>
          <a:ext cx="2103120" cy="435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err="1"/>
            <a:t>Struktur</a:t>
          </a:r>
          <a:r>
            <a:rPr lang="en-US" sz="3500" kern="1200" dirty="0"/>
            <a:t> </a:t>
          </a:r>
          <a:r>
            <a:rPr lang="en-US" sz="3500" kern="1200" dirty="0" err="1"/>
            <a:t>Kuesioner</a:t>
          </a:r>
          <a:endParaRPr lang="en-US" sz="3500" kern="1200" dirty="0"/>
        </a:p>
      </dsp:txBody>
      <dsp:txXfrm>
        <a:off x="0" y="0"/>
        <a:ext cx="2103120" cy="4351338"/>
      </dsp:txXfrm>
    </dsp:sp>
    <dsp:sp modelId="{72F71358-BE21-4854-A1A9-F2CBC3C2345A}">
      <dsp:nvSpPr>
        <dsp:cNvPr id="0" name=""/>
        <dsp:cNvSpPr/>
      </dsp:nvSpPr>
      <dsp:spPr>
        <a:xfrm>
          <a:off x="2260854" y="101134"/>
          <a:ext cx="8254746" cy="2022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id-ID" sz="1800" b="1" kern="1200" dirty="0"/>
            <a:t>Pertanyaan Tertutup</a:t>
          </a:r>
          <a:r>
            <a:rPr lang="id-ID" sz="1800" kern="1200" dirty="0"/>
            <a:t>: Pertanyaan ini dirancang untuk menghasilkan jawaban yang terstruktur dan sistematis, sehingga data kuantitatif yang diperoleh dapat diolah dan dianalisis secara statistik. Pertanyaan tertutup, yang menggunakan skala penilaian (misalnya, 1 hingga 5), membantu mengukur faktor-faktor seperti </a:t>
          </a:r>
          <a:r>
            <a:rPr lang="id-ID" sz="1800" b="1" kern="1200" dirty="0"/>
            <a:t>waktu tempuh, biaya, kenyamanan, aksesibilitas</a:t>
          </a:r>
          <a:r>
            <a:rPr lang="id-ID" sz="1800" kern="1200" dirty="0"/>
            <a:t>, dan </a:t>
          </a:r>
          <a:r>
            <a:rPr lang="id-ID" sz="1800" b="1" kern="1200" dirty="0"/>
            <a:t>keamanan</a:t>
          </a:r>
          <a:r>
            <a:rPr lang="id-ID" sz="1800" kern="1200" dirty="0"/>
            <a:t> secara objektif.</a:t>
          </a:r>
          <a:endParaRPr lang="en-US" sz="1800" kern="1200" dirty="0"/>
        </a:p>
      </dsp:txBody>
      <dsp:txXfrm>
        <a:off x="2260854" y="101134"/>
        <a:ext cx="8254746" cy="2022692"/>
      </dsp:txXfrm>
    </dsp:sp>
    <dsp:sp modelId="{D82B3337-8518-495C-9E7D-491219D02F67}">
      <dsp:nvSpPr>
        <dsp:cNvPr id="0" name=""/>
        <dsp:cNvSpPr/>
      </dsp:nvSpPr>
      <dsp:spPr>
        <a:xfrm>
          <a:off x="2103120" y="2123826"/>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6183C5D-FF3A-4933-9AFB-D98BBF2A3D27}">
      <dsp:nvSpPr>
        <dsp:cNvPr id="0" name=""/>
        <dsp:cNvSpPr/>
      </dsp:nvSpPr>
      <dsp:spPr>
        <a:xfrm>
          <a:off x="2260854" y="2224961"/>
          <a:ext cx="8254746" cy="2022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id-ID" sz="2700" b="1" kern="1200" dirty="0"/>
            <a:t>Pertanyaan Terbuka</a:t>
          </a:r>
          <a:r>
            <a:rPr lang="id-ID" sz="2700" kern="1200" dirty="0"/>
            <a:t>: Untuk melengkapi data kuantitatif, pertanyaan terbuka dirancang untuk memberikan ruang bagi responden untuk mengekspresikan pandangan, pengalaman, atau pendapat mereka secara bebas</a:t>
          </a:r>
          <a:endParaRPr lang="en-US" sz="2700" kern="1200" dirty="0"/>
        </a:p>
      </dsp:txBody>
      <dsp:txXfrm>
        <a:off x="2260854" y="2224961"/>
        <a:ext cx="8254746" cy="2022692"/>
      </dsp:txXfrm>
    </dsp:sp>
    <dsp:sp modelId="{A1F5A9F3-53BD-4C1A-9471-9DDAAC7E39EE}">
      <dsp:nvSpPr>
        <dsp:cNvPr id="0" name=""/>
        <dsp:cNvSpPr/>
      </dsp:nvSpPr>
      <dsp:spPr>
        <a:xfrm>
          <a:off x="2103120" y="4247653"/>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69B15-0BBB-4173-88E5-4AB3A06B376F}">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F8D295-5843-49C6-92C3-46A5C7FA44BC}">
      <dsp:nvSpPr>
        <dsp:cNvPr id="0" name=""/>
        <dsp:cNvSpPr/>
      </dsp:nvSpPr>
      <dsp:spPr>
        <a:xfrm>
          <a:off x="0" y="0"/>
          <a:ext cx="2103120" cy="2385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id-ID" sz="2900" b="1" kern="1200" dirty="0"/>
            <a:t>Landasan Teoritis dan Penyusunan Kuesioner</a:t>
          </a:r>
          <a:endParaRPr lang="en-US" sz="2900" kern="1200" dirty="0"/>
        </a:p>
      </dsp:txBody>
      <dsp:txXfrm>
        <a:off x="0" y="0"/>
        <a:ext cx="2103120" cy="2385766"/>
      </dsp:txXfrm>
    </dsp:sp>
    <dsp:sp modelId="{72F71358-BE21-4854-A1A9-F2CBC3C2345A}">
      <dsp:nvSpPr>
        <dsp:cNvPr id="0" name=""/>
        <dsp:cNvSpPr/>
      </dsp:nvSpPr>
      <dsp:spPr>
        <a:xfrm>
          <a:off x="2260854" y="108338"/>
          <a:ext cx="8254746" cy="2166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id-ID" sz="1800" kern="1200" dirty="0"/>
            <a:t>Kuesioner ini tidak dirancang secara sembarangan, melainkan berdasarkan landasan teori yang kokoh dan studi terdahulu mengenai perilaku pemilihan moda transportasi. Peneliti mengacu pada literatur yang relevan untuk mengidentifikasi faktor-faktor utama yang perlu dieksplorasi, seperti </a:t>
          </a:r>
          <a:r>
            <a:rPr lang="id-ID" sz="1800" b="1" kern="1200" dirty="0"/>
            <a:t>preferensi pengguna terhadap moda transportasi tertentu</a:t>
          </a:r>
          <a:r>
            <a:rPr lang="id-ID" sz="1800" kern="1200" dirty="0"/>
            <a:t>, </a:t>
          </a:r>
          <a:r>
            <a:rPr lang="id-ID" sz="1800" b="1" kern="1200" dirty="0"/>
            <a:t>faktor ekonomi</a:t>
          </a:r>
          <a:r>
            <a:rPr lang="id-ID" sz="1800" kern="1200" dirty="0"/>
            <a:t>, </a:t>
          </a:r>
          <a:r>
            <a:rPr lang="id-ID" sz="1800" b="1" kern="1200" dirty="0"/>
            <a:t>kenyamanan</a:t>
          </a:r>
          <a:r>
            <a:rPr lang="id-ID" sz="1800" kern="1200" dirty="0"/>
            <a:t>, </a:t>
          </a:r>
          <a:r>
            <a:rPr lang="id-ID" sz="1800" b="1" kern="1200" dirty="0"/>
            <a:t>waktu tempuh</a:t>
          </a:r>
          <a:r>
            <a:rPr lang="id-ID" sz="1800" kern="1200" dirty="0"/>
            <a:t>, serta </a:t>
          </a:r>
          <a:r>
            <a:rPr lang="id-ID" sz="1800" b="1" kern="1200" dirty="0"/>
            <a:t>ketersediaan infrastruktur</a:t>
          </a:r>
          <a:endParaRPr lang="en-US" sz="1800" kern="1200" dirty="0"/>
        </a:p>
      </dsp:txBody>
      <dsp:txXfrm>
        <a:off x="2260854" y="108338"/>
        <a:ext cx="8254746" cy="2166760"/>
      </dsp:txXfrm>
    </dsp:sp>
    <dsp:sp modelId="{D82B3337-8518-495C-9E7D-491219D02F67}">
      <dsp:nvSpPr>
        <dsp:cNvPr id="0" name=""/>
        <dsp:cNvSpPr/>
      </dsp:nvSpPr>
      <dsp:spPr>
        <a:xfrm>
          <a:off x="2103120" y="2275098"/>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69B15-0BBB-4173-88E5-4AB3A06B376F}">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F8D295-5843-49C6-92C3-46A5C7FA44BC}">
      <dsp:nvSpPr>
        <dsp:cNvPr id="0" name=""/>
        <dsp:cNvSpPr/>
      </dsp:nvSpPr>
      <dsp:spPr>
        <a:xfrm>
          <a:off x="0" y="0"/>
          <a:ext cx="2103120" cy="2385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id-ID" sz="3100" b="1" kern="1200" dirty="0"/>
            <a:t>Validitas dan Reliabilitas Instrumenr</a:t>
          </a:r>
          <a:endParaRPr lang="en-US" sz="3100" kern="1200" dirty="0"/>
        </a:p>
      </dsp:txBody>
      <dsp:txXfrm>
        <a:off x="0" y="0"/>
        <a:ext cx="2103120" cy="2385766"/>
      </dsp:txXfrm>
    </dsp:sp>
    <dsp:sp modelId="{72F71358-BE21-4854-A1A9-F2CBC3C2345A}">
      <dsp:nvSpPr>
        <dsp:cNvPr id="0" name=""/>
        <dsp:cNvSpPr/>
      </dsp:nvSpPr>
      <dsp:spPr>
        <a:xfrm>
          <a:off x="2260854" y="108338"/>
          <a:ext cx="8254746" cy="2166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id-ID" sz="1800" kern="1200" dirty="0"/>
            <a:t>Menurut </a:t>
          </a:r>
          <a:r>
            <a:rPr lang="id-ID" sz="1800" b="1" kern="1200" dirty="0"/>
            <a:t>Dillman (2000)</a:t>
          </a:r>
          <a:r>
            <a:rPr lang="id-ID" sz="1800" kern="1200" dirty="0"/>
            <a:t>, kuesioner yang efektif harus memenuhi dua kriteria penting: </a:t>
          </a:r>
          <a:r>
            <a:rPr lang="id-ID" sz="1800" b="1" kern="1200" dirty="0"/>
            <a:t>validitas</a:t>
          </a:r>
          <a:r>
            <a:rPr lang="id-ID" sz="1800" kern="1200" dirty="0"/>
            <a:t> dan </a:t>
          </a:r>
          <a:r>
            <a:rPr lang="id-ID" sz="1800" b="1" kern="1200" dirty="0"/>
            <a:t>reliabilitas</a:t>
          </a:r>
          <a:r>
            <a:rPr lang="id-ID" sz="1800" kern="1200" dirty="0"/>
            <a:t>. </a:t>
          </a:r>
          <a:r>
            <a:rPr lang="id-ID" sz="1800" b="1" kern="1200" dirty="0"/>
            <a:t>Validitas</a:t>
          </a:r>
          <a:r>
            <a:rPr lang="id-ID" sz="1800" kern="1200" dirty="0"/>
            <a:t> mengacu pada sejauh mana kuesioner mampu mengukur apa yang dimaksudkan untuk diukur—yaitu, faktor-faktor yang memengaruhi pemilihan moda transportasi. Sementara itu, </a:t>
          </a:r>
          <a:r>
            <a:rPr lang="id-ID" sz="1800" b="1" kern="1200" dirty="0"/>
            <a:t>reliabilitas</a:t>
          </a:r>
          <a:r>
            <a:rPr lang="id-ID" sz="1800" kern="1200" dirty="0"/>
            <a:t> mencerminkan konsistensi hasil yang akan diperoleh jika kuesioner yang sama digunakan berulang kali dalam kondisi yang sama</a:t>
          </a:r>
          <a:endParaRPr lang="en-US" sz="1800" kern="1200" dirty="0"/>
        </a:p>
      </dsp:txBody>
      <dsp:txXfrm>
        <a:off x="2260854" y="108338"/>
        <a:ext cx="8254746" cy="2166760"/>
      </dsp:txXfrm>
    </dsp:sp>
    <dsp:sp modelId="{D82B3337-8518-495C-9E7D-491219D02F67}">
      <dsp:nvSpPr>
        <dsp:cNvPr id="0" name=""/>
        <dsp:cNvSpPr/>
      </dsp:nvSpPr>
      <dsp:spPr>
        <a:xfrm>
          <a:off x="2103120" y="2275098"/>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69B15-0BBB-4173-88E5-4AB3A06B376F}">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F8D295-5843-49C6-92C3-46A5C7FA44BC}">
      <dsp:nvSpPr>
        <dsp:cNvPr id="0" name=""/>
        <dsp:cNvSpPr/>
      </dsp:nvSpPr>
      <dsp:spPr>
        <a:xfrm>
          <a:off x="0" y="0"/>
          <a:ext cx="2103120" cy="2385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id-ID" sz="3400" b="1" kern="1200" dirty="0"/>
            <a:t>Uji Coba Kuesioner</a:t>
          </a:r>
          <a:endParaRPr lang="en-US" sz="3400" kern="1200" dirty="0"/>
        </a:p>
      </dsp:txBody>
      <dsp:txXfrm>
        <a:off x="0" y="0"/>
        <a:ext cx="2103120" cy="2385766"/>
      </dsp:txXfrm>
    </dsp:sp>
    <dsp:sp modelId="{72F71358-BE21-4854-A1A9-F2CBC3C2345A}">
      <dsp:nvSpPr>
        <dsp:cNvPr id="0" name=""/>
        <dsp:cNvSpPr/>
      </dsp:nvSpPr>
      <dsp:spPr>
        <a:xfrm>
          <a:off x="2260854" y="108338"/>
          <a:ext cx="8254746" cy="2166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id-ID" sz="1800" kern="1200" dirty="0"/>
            <a:t>Proses </a:t>
          </a:r>
          <a:r>
            <a:rPr lang="id-ID" sz="1800" b="1" kern="1200" dirty="0"/>
            <a:t>uji coba kuesioner</a:t>
          </a:r>
          <a:r>
            <a:rPr lang="id-ID" sz="1800" kern="1200" dirty="0"/>
            <a:t> akan dilakukan pada sampel kecil yang representatif dari populasi pengguna transportasi umum di wilayah Cimahi. Uji coba ini bertujuan untuk mengidentifikasi masalah potensial, seperti </a:t>
          </a:r>
          <a:r>
            <a:rPr lang="id-ID" sz="1800" b="1" kern="1200" dirty="0"/>
            <a:t>ketidakjelasan pertanyaan</a:t>
          </a:r>
          <a:r>
            <a:rPr lang="id-ID" sz="1800" kern="1200" dirty="0"/>
            <a:t>, </a:t>
          </a:r>
          <a:r>
            <a:rPr lang="id-ID" sz="1800" b="1" kern="1200" dirty="0"/>
            <a:t>bias jawaban</a:t>
          </a:r>
          <a:r>
            <a:rPr lang="id-ID" sz="1800" kern="1200" dirty="0"/>
            <a:t>, atau </a:t>
          </a:r>
          <a:r>
            <a:rPr lang="id-ID" sz="1800" b="1" kern="1200" dirty="0"/>
            <a:t>ambiguitas</a:t>
          </a:r>
          <a:r>
            <a:rPr lang="id-ID" sz="1800" kern="1200" dirty="0"/>
            <a:t>, yang dapat memengaruhi validitas dan reliabilitas data. </a:t>
          </a:r>
          <a:endParaRPr lang="en-US" sz="1800" kern="1200" dirty="0"/>
        </a:p>
      </dsp:txBody>
      <dsp:txXfrm>
        <a:off x="2260854" y="108338"/>
        <a:ext cx="8254746" cy="2166760"/>
      </dsp:txXfrm>
    </dsp:sp>
    <dsp:sp modelId="{D82B3337-8518-495C-9E7D-491219D02F67}">
      <dsp:nvSpPr>
        <dsp:cNvPr id="0" name=""/>
        <dsp:cNvSpPr/>
      </dsp:nvSpPr>
      <dsp:spPr>
        <a:xfrm>
          <a:off x="2103120" y="2275098"/>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69B15-0BBB-4173-88E5-4AB3A06B376F}">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F8D295-5843-49C6-92C3-46A5C7FA44BC}">
      <dsp:nvSpPr>
        <dsp:cNvPr id="0" name=""/>
        <dsp:cNvSpPr/>
      </dsp:nvSpPr>
      <dsp:spPr>
        <a:xfrm>
          <a:off x="0" y="0"/>
          <a:ext cx="2103120" cy="2385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id-ID" sz="2700" b="1" kern="1200" dirty="0"/>
            <a:t>Penyebaran Kuesioner dan Pengambilan Sampel</a:t>
          </a:r>
          <a:endParaRPr lang="en-US" sz="2700" kern="1200" dirty="0"/>
        </a:p>
      </dsp:txBody>
      <dsp:txXfrm>
        <a:off x="0" y="0"/>
        <a:ext cx="2103120" cy="2385766"/>
      </dsp:txXfrm>
    </dsp:sp>
    <dsp:sp modelId="{72F71358-BE21-4854-A1A9-F2CBC3C2345A}">
      <dsp:nvSpPr>
        <dsp:cNvPr id="0" name=""/>
        <dsp:cNvSpPr/>
      </dsp:nvSpPr>
      <dsp:spPr>
        <a:xfrm>
          <a:off x="2260854" y="108338"/>
          <a:ext cx="8254746" cy="2166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id-ID" sz="1800" kern="1200" dirty="0"/>
            <a:t>Setelah kuesioner diuji dan disempurnakan, instrumen tersebut akan disebarkan kepada </a:t>
          </a:r>
          <a:r>
            <a:rPr lang="id-ID" sz="1800" b="1" kern="1200" dirty="0"/>
            <a:t>400 responden</a:t>
          </a:r>
          <a:r>
            <a:rPr lang="id-ID" sz="1800" kern="1200" dirty="0"/>
            <a:t> yang dipilih melalui </a:t>
          </a:r>
          <a:r>
            <a:rPr lang="id-ID" sz="1800" b="1" kern="1200" dirty="0"/>
            <a:t>stratified random sampling</a:t>
          </a:r>
          <a:r>
            <a:rPr lang="id-ID" sz="1800" kern="1200" dirty="0"/>
            <a:t>. Teknik pengambilan sampel ini memastikan bahwa setiap kelompok demografis dalam populasi pengguna transportasi umum di Cimahi terwakili secara proporsional, sehingga data yang dikumpulkan mencerminkan persepsi dan perilaku seluruh pengguna.</a:t>
          </a:r>
          <a:endParaRPr lang="en-US" sz="1800" kern="1200" dirty="0"/>
        </a:p>
      </dsp:txBody>
      <dsp:txXfrm>
        <a:off x="2260854" y="108338"/>
        <a:ext cx="8254746" cy="2166760"/>
      </dsp:txXfrm>
    </dsp:sp>
    <dsp:sp modelId="{D82B3337-8518-495C-9E7D-491219D02F67}">
      <dsp:nvSpPr>
        <dsp:cNvPr id="0" name=""/>
        <dsp:cNvSpPr/>
      </dsp:nvSpPr>
      <dsp:spPr>
        <a:xfrm>
          <a:off x="2103120" y="2275098"/>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97E2C9-238E-402E-8A9A-B20639CD8680}">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929F21-60D1-4BEC-B8FE-B197EAD6E515}">
      <dsp:nvSpPr>
        <dsp:cNvPr id="0" name=""/>
        <dsp:cNvSpPr/>
      </dsp:nvSpPr>
      <dsp:spPr>
        <a:xfrm>
          <a:off x="0" y="0"/>
          <a:ext cx="2103120" cy="435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dirty="0" err="1"/>
            <a:t>Analisis</a:t>
          </a:r>
          <a:r>
            <a:rPr lang="en-US" sz="4500" kern="1200" dirty="0"/>
            <a:t> Data </a:t>
          </a:r>
        </a:p>
      </dsp:txBody>
      <dsp:txXfrm>
        <a:off x="0" y="0"/>
        <a:ext cx="2103120" cy="4351338"/>
      </dsp:txXfrm>
    </dsp:sp>
    <dsp:sp modelId="{1FC76874-63FD-41DE-8F7A-918296F625C7}">
      <dsp:nvSpPr>
        <dsp:cNvPr id="0" name=""/>
        <dsp:cNvSpPr/>
      </dsp:nvSpPr>
      <dsp:spPr>
        <a:xfrm>
          <a:off x="2260854" y="101134"/>
          <a:ext cx="8254746" cy="2022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id-ID" sz="2000" b="1" kern="1200" dirty="0"/>
            <a:t>Deskriptif Statistik</a:t>
          </a:r>
          <a:endParaRPr lang="en-US" sz="2000" b="1" kern="1200" dirty="0"/>
        </a:p>
        <a:p>
          <a:pPr marL="0" lvl="0" indent="0" algn="l" defTabSz="889000">
            <a:lnSpc>
              <a:spcPct val="90000"/>
            </a:lnSpc>
            <a:spcBef>
              <a:spcPct val="0"/>
            </a:spcBef>
            <a:spcAft>
              <a:spcPct val="35000"/>
            </a:spcAft>
            <a:buNone/>
          </a:pPr>
          <a:r>
            <a:rPr lang="id-ID" sz="2000" kern="1200" dirty="0"/>
            <a:t>Langkah pertama dalam analisis adalah </a:t>
          </a:r>
          <a:r>
            <a:rPr lang="id-ID" sz="2000" b="1" kern="1200" dirty="0"/>
            <a:t>statistik deskriptif</a:t>
          </a:r>
          <a:r>
            <a:rPr lang="id-ID" sz="2000" kern="1200" dirty="0"/>
            <a:t>, yang bertujuan untuk memberikan gambaran umum tentang karakteristik responden. Statistik deskriptif mencakup berbagai ukuran seperti rata-rata, median, standar deviasi, serta distribusi frekuensi dari variabel-variabel yang ada, seperti usia, jenis kelamin, pendapatan, dan frekuensi penggunaan moda transportasi</a:t>
          </a:r>
          <a:endParaRPr lang="en-US" sz="2000" b="0" kern="1200" dirty="0"/>
        </a:p>
      </dsp:txBody>
      <dsp:txXfrm>
        <a:off x="2260854" y="101134"/>
        <a:ext cx="8254746" cy="2022692"/>
      </dsp:txXfrm>
    </dsp:sp>
    <dsp:sp modelId="{EECABC07-BC85-4E0D-ACBC-40D59ED57028}">
      <dsp:nvSpPr>
        <dsp:cNvPr id="0" name=""/>
        <dsp:cNvSpPr/>
      </dsp:nvSpPr>
      <dsp:spPr>
        <a:xfrm>
          <a:off x="2103120" y="2123826"/>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6D1A3-8E07-49D9-B3E1-FE9C870FF3E5}">
      <dsp:nvSpPr>
        <dsp:cNvPr id="0" name=""/>
        <dsp:cNvSpPr/>
      </dsp:nvSpPr>
      <dsp:spPr>
        <a:xfrm>
          <a:off x="2260854" y="2224961"/>
          <a:ext cx="8254746" cy="2022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id-ID" sz="2000" b="1" kern="1200" dirty="0"/>
            <a:t>Model Pilihan Diskrit</a:t>
          </a:r>
          <a:endParaRPr lang="en-US" sz="2000" b="1" kern="1200" dirty="0"/>
        </a:p>
        <a:p>
          <a:pPr marL="0" lvl="0" indent="0" algn="l" defTabSz="889000">
            <a:lnSpc>
              <a:spcPct val="90000"/>
            </a:lnSpc>
            <a:spcBef>
              <a:spcPct val="0"/>
            </a:spcBef>
            <a:spcAft>
              <a:spcPct val="35000"/>
            </a:spcAft>
            <a:buNone/>
          </a:pPr>
          <a:r>
            <a:rPr lang="id-ID" sz="2000" kern="1200" dirty="0"/>
            <a:t>Tahapan inti dari analisis ini adalah penggunaan</a:t>
          </a:r>
          <a:r>
            <a:rPr lang="id-ID" sz="2000" b="1" kern="1200" dirty="0"/>
            <a:t> model pilihan diskrit</a:t>
          </a:r>
          <a:r>
            <a:rPr lang="id-ID" sz="2000" kern="1200" dirty="0"/>
            <a:t>, yang memungkinkan peneliti untuk memahami bagaimana variabel-variabel independen memengaruhi keputusan pemilihan moda transportasi. Untuk analisis ini, </a:t>
          </a:r>
          <a:r>
            <a:rPr lang="id-ID" sz="2000" b="1" kern="1200" dirty="0"/>
            <a:t>regresi logit</a:t>
          </a:r>
          <a:r>
            <a:rPr lang="id-ID" sz="2000" kern="1200" dirty="0"/>
            <a:t> atau </a:t>
          </a:r>
          <a:r>
            <a:rPr lang="id-ID" sz="2000" b="1" kern="1200" dirty="0"/>
            <a:t>probit</a:t>
          </a:r>
          <a:r>
            <a:rPr lang="id-ID" sz="2000" kern="1200" dirty="0"/>
            <a:t> akan digunakan, tergantung pada karakteristik data</a:t>
          </a:r>
          <a:endParaRPr lang="en-US" sz="2000" b="1" kern="1200" dirty="0"/>
        </a:p>
      </dsp:txBody>
      <dsp:txXfrm>
        <a:off x="2260854" y="2224961"/>
        <a:ext cx="8254746" cy="2022692"/>
      </dsp:txXfrm>
    </dsp:sp>
    <dsp:sp modelId="{8A73B256-785A-4249-9623-B30A0F85EE4E}">
      <dsp:nvSpPr>
        <dsp:cNvPr id="0" name=""/>
        <dsp:cNvSpPr/>
      </dsp:nvSpPr>
      <dsp:spPr>
        <a:xfrm>
          <a:off x="2103120" y="4247653"/>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97E2C9-238E-402E-8A9A-B20639CD8680}">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929F21-60D1-4BEC-B8FE-B197EAD6E515}">
      <dsp:nvSpPr>
        <dsp:cNvPr id="0" name=""/>
        <dsp:cNvSpPr/>
      </dsp:nvSpPr>
      <dsp:spPr>
        <a:xfrm>
          <a:off x="0" y="0"/>
          <a:ext cx="2103120" cy="435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err="1"/>
            <a:t>Kuesioner</a:t>
          </a:r>
          <a:r>
            <a:rPr lang="en-US" sz="3500" kern="1200" dirty="0"/>
            <a:t> </a:t>
          </a:r>
          <a:r>
            <a:rPr lang="en-US" sz="3500" kern="1200" dirty="0" err="1"/>
            <a:t>Penelitian</a:t>
          </a:r>
          <a:endParaRPr lang="en-US" sz="3500" kern="1200" dirty="0"/>
        </a:p>
      </dsp:txBody>
      <dsp:txXfrm>
        <a:off x="0" y="0"/>
        <a:ext cx="2103120" cy="4351338"/>
      </dsp:txXfrm>
    </dsp:sp>
    <dsp:sp modelId="{1FC76874-63FD-41DE-8F7A-918296F625C7}">
      <dsp:nvSpPr>
        <dsp:cNvPr id="0" name=""/>
        <dsp:cNvSpPr/>
      </dsp:nvSpPr>
      <dsp:spPr>
        <a:xfrm>
          <a:off x="2260854" y="197594"/>
          <a:ext cx="8254746" cy="39518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7170" tIns="217170" rIns="217170" bIns="217170" numCol="1" spcCol="1270" anchor="t" anchorCtr="0">
          <a:noAutofit/>
        </a:bodyPr>
        <a:lstStyle/>
        <a:p>
          <a:pPr marL="0" lvl="0" indent="0" algn="l" defTabSz="2533650">
            <a:lnSpc>
              <a:spcPct val="90000"/>
            </a:lnSpc>
            <a:spcBef>
              <a:spcPct val="0"/>
            </a:spcBef>
            <a:spcAft>
              <a:spcPct val="35000"/>
            </a:spcAft>
            <a:buNone/>
          </a:pPr>
          <a:r>
            <a:rPr lang="en-US" sz="5700" b="1" kern="1200" dirty="0" err="1"/>
            <a:t>Informasi</a:t>
          </a:r>
          <a:r>
            <a:rPr lang="en-US" sz="5700" b="1" kern="1200" dirty="0"/>
            <a:t> </a:t>
          </a:r>
          <a:r>
            <a:rPr lang="en-US" sz="5700" b="1" kern="1200" dirty="0" err="1"/>
            <a:t>Demografi</a:t>
          </a:r>
          <a:endParaRPr lang="en-US" sz="5700" b="1" kern="1200" dirty="0"/>
        </a:p>
        <a:p>
          <a:pPr marL="0" lvl="0" indent="0" algn="l" defTabSz="2533650">
            <a:lnSpc>
              <a:spcPct val="90000"/>
            </a:lnSpc>
            <a:spcBef>
              <a:spcPct val="0"/>
            </a:spcBef>
            <a:spcAft>
              <a:spcPct val="35000"/>
            </a:spcAft>
            <a:buNone/>
          </a:pPr>
          <a:r>
            <a:rPr lang="en-US" sz="5700" kern="1200" dirty="0" err="1"/>
            <a:t>Usia</a:t>
          </a:r>
          <a:r>
            <a:rPr lang="en-US" sz="5700" kern="1200" dirty="0"/>
            <a:t>, </a:t>
          </a:r>
          <a:r>
            <a:rPr lang="en-US" sz="5700" kern="1200" dirty="0" err="1"/>
            <a:t>Jenis</a:t>
          </a:r>
          <a:r>
            <a:rPr lang="en-US" sz="5700" kern="1200" dirty="0"/>
            <a:t> </a:t>
          </a:r>
          <a:r>
            <a:rPr lang="en-US" sz="5700" kern="1200" dirty="0" err="1"/>
            <a:t>kelamin</a:t>
          </a:r>
          <a:r>
            <a:rPr lang="en-US" sz="5700" kern="1200" dirty="0"/>
            <a:t>, </a:t>
          </a:r>
          <a:r>
            <a:rPr lang="en-US" sz="5700" kern="1200" dirty="0" err="1"/>
            <a:t>pendapatan</a:t>
          </a:r>
          <a:r>
            <a:rPr lang="en-US" sz="5700" kern="1200" dirty="0"/>
            <a:t> </a:t>
          </a:r>
          <a:r>
            <a:rPr lang="en-US" sz="5700" kern="1200" dirty="0" err="1"/>
            <a:t>bulanan</a:t>
          </a:r>
          <a:r>
            <a:rPr lang="en-US" sz="5700" kern="1200" dirty="0"/>
            <a:t> dan </a:t>
          </a:r>
          <a:r>
            <a:rPr lang="en-US" sz="5700" kern="1200" dirty="0" err="1"/>
            <a:t>pekerjaan</a:t>
          </a:r>
          <a:endParaRPr lang="en-US" sz="5700" b="0" kern="1200" dirty="0"/>
        </a:p>
      </dsp:txBody>
      <dsp:txXfrm>
        <a:off x="2260854" y="197594"/>
        <a:ext cx="8254746" cy="3951898"/>
      </dsp:txXfrm>
    </dsp:sp>
    <dsp:sp modelId="{EECABC07-BC85-4E0D-ACBC-40D59ED57028}">
      <dsp:nvSpPr>
        <dsp:cNvPr id="0" name=""/>
        <dsp:cNvSpPr/>
      </dsp:nvSpPr>
      <dsp:spPr>
        <a:xfrm>
          <a:off x="2103120" y="4149493"/>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96FCEE-ECE6-46A5-9BC8-8A75B3570B7F}">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101547-852C-4E6E-B908-0A95AA6C3440}">
      <dsp:nvSpPr>
        <dsp:cNvPr id="0" name=""/>
        <dsp:cNvSpPr/>
      </dsp:nvSpPr>
      <dsp:spPr>
        <a:xfrm>
          <a:off x="0" y="0"/>
          <a:ext cx="10515600" cy="435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030" tIns="240030" rIns="240030" bIns="240030" numCol="1" spcCol="1270" anchor="t" anchorCtr="0">
          <a:noAutofit/>
        </a:bodyPr>
        <a:lstStyle/>
        <a:p>
          <a:pPr marL="0" lvl="0" indent="0" algn="l" defTabSz="2800350">
            <a:lnSpc>
              <a:spcPct val="90000"/>
            </a:lnSpc>
            <a:spcBef>
              <a:spcPct val="0"/>
            </a:spcBef>
            <a:spcAft>
              <a:spcPct val="35000"/>
            </a:spcAft>
            <a:buNone/>
          </a:pPr>
          <a:r>
            <a:rPr lang="en-US" sz="6300" b="1" kern="1200" dirty="0" err="1"/>
            <a:t>Informasi</a:t>
          </a:r>
          <a:r>
            <a:rPr lang="en-US" sz="6300" b="1" kern="1200" dirty="0"/>
            <a:t> </a:t>
          </a:r>
          <a:r>
            <a:rPr lang="en-US" sz="6300" b="1" kern="1200" dirty="0" err="1"/>
            <a:t>Demografi</a:t>
          </a:r>
          <a:endParaRPr lang="en-US" sz="6300" b="1" kern="1200" dirty="0"/>
        </a:p>
        <a:p>
          <a:pPr marL="0" lvl="0" indent="0" algn="l" defTabSz="2800350">
            <a:lnSpc>
              <a:spcPct val="90000"/>
            </a:lnSpc>
            <a:spcBef>
              <a:spcPct val="0"/>
            </a:spcBef>
            <a:spcAft>
              <a:spcPct val="35000"/>
            </a:spcAft>
            <a:buNone/>
          </a:pPr>
          <a:r>
            <a:rPr lang="en-US" sz="6300" kern="1200" dirty="0" err="1"/>
            <a:t>Usia</a:t>
          </a:r>
          <a:r>
            <a:rPr lang="en-US" sz="6300" kern="1200" dirty="0"/>
            <a:t>, </a:t>
          </a:r>
          <a:r>
            <a:rPr lang="en-US" sz="6300" kern="1200" dirty="0" err="1"/>
            <a:t>Jenis</a:t>
          </a:r>
          <a:r>
            <a:rPr lang="en-US" sz="6300" kern="1200" dirty="0"/>
            <a:t> </a:t>
          </a:r>
          <a:r>
            <a:rPr lang="en-US" sz="6300" kern="1200" dirty="0" err="1"/>
            <a:t>kelamin</a:t>
          </a:r>
          <a:r>
            <a:rPr lang="en-US" sz="6300" kern="1200" dirty="0"/>
            <a:t>, </a:t>
          </a:r>
          <a:r>
            <a:rPr lang="en-US" sz="6300" kern="1200" dirty="0" err="1"/>
            <a:t>pendapatan</a:t>
          </a:r>
          <a:r>
            <a:rPr lang="en-US" sz="6300" kern="1200" dirty="0"/>
            <a:t> </a:t>
          </a:r>
          <a:r>
            <a:rPr lang="en-US" sz="6300" kern="1200" dirty="0" err="1"/>
            <a:t>bulanan</a:t>
          </a:r>
          <a:r>
            <a:rPr lang="en-US" sz="6300" kern="1200" dirty="0"/>
            <a:t> dan </a:t>
          </a:r>
          <a:r>
            <a:rPr lang="en-US" sz="6300" kern="1200" dirty="0" err="1"/>
            <a:t>pekerjaan</a:t>
          </a:r>
          <a:endParaRPr lang="en-US" sz="6300" b="0" kern="1200" dirty="0"/>
        </a:p>
      </dsp:txBody>
      <dsp:txXfrm>
        <a:off x="0" y="0"/>
        <a:ext cx="10515600" cy="435133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9FC9C-5AD9-43EC-9E88-C82EE956D118}">
      <dsp:nvSpPr>
        <dsp:cNvPr id="0" name=""/>
        <dsp:cNvSpPr/>
      </dsp:nvSpPr>
      <dsp:spPr>
        <a:xfrm>
          <a:off x="3286" y="598143"/>
          <a:ext cx="3203971" cy="128158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Moda </a:t>
          </a:r>
          <a:r>
            <a:rPr lang="en-US" sz="2000" kern="1200" dirty="0" err="1"/>
            <a:t>transportasi</a:t>
          </a:r>
          <a:r>
            <a:rPr lang="en-US" sz="2000" kern="1200" dirty="0"/>
            <a:t> yang </a:t>
          </a:r>
          <a:r>
            <a:rPr lang="en-US" sz="2000" kern="1200" dirty="0" err="1"/>
            <a:t>sering</a:t>
          </a:r>
          <a:r>
            <a:rPr lang="en-US" sz="2000" kern="1200" dirty="0"/>
            <a:t> </a:t>
          </a:r>
          <a:r>
            <a:rPr lang="en-US" sz="2000" kern="1200" dirty="0" err="1"/>
            <a:t>anda</a:t>
          </a:r>
          <a:r>
            <a:rPr lang="en-US" sz="2000" kern="1200" dirty="0"/>
            <a:t> </a:t>
          </a:r>
          <a:r>
            <a:rPr lang="en-US" sz="2000" kern="1200" dirty="0" err="1"/>
            <a:t>gunakan</a:t>
          </a:r>
          <a:endParaRPr lang="en-US" sz="2000" kern="1200" dirty="0"/>
        </a:p>
      </dsp:txBody>
      <dsp:txXfrm>
        <a:off x="3286" y="598143"/>
        <a:ext cx="3203971" cy="1281588"/>
      </dsp:txXfrm>
    </dsp:sp>
    <dsp:sp modelId="{5CF09014-0D91-4A79-9E0B-8AA9BC8DAE02}">
      <dsp:nvSpPr>
        <dsp:cNvPr id="0" name=""/>
        <dsp:cNvSpPr/>
      </dsp:nvSpPr>
      <dsp:spPr>
        <a:xfrm>
          <a:off x="3286" y="1879732"/>
          <a:ext cx="3203971" cy="187346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id-ID" sz="2000" kern="1200" dirty="0"/>
            <a:t>Trans Metro Bandung</a:t>
          </a:r>
          <a:endParaRPr lang="en-US" sz="2000" kern="1200" dirty="0"/>
        </a:p>
        <a:p>
          <a:pPr marL="228600" lvl="1" indent="-228600" algn="l" defTabSz="889000">
            <a:lnSpc>
              <a:spcPct val="90000"/>
            </a:lnSpc>
            <a:spcBef>
              <a:spcPct val="0"/>
            </a:spcBef>
            <a:spcAft>
              <a:spcPct val="15000"/>
            </a:spcAft>
            <a:buChar char="•"/>
          </a:pPr>
          <a:r>
            <a:rPr lang="id-ID" sz="2000" kern="1200" dirty="0"/>
            <a:t>Trans Metro Pasundan</a:t>
          </a:r>
          <a:endParaRPr lang="en-US" sz="2000" kern="1200" dirty="0"/>
        </a:p>
        <a:p>
          <a:pPr marL="228600" lvl="1" indent="-228600" algn="l" defTabSz="889000">
            <a:lnSpc>
              <a:spcPct val="90000"/>
            </a:lnSpc>
            <a:spcBef>
              <a:spcPct val="0"/>
            </a:spcBef>
            <a:spcAft>
              <a:spcPct val="15000"/>
            </a:spcAft>
            <a:buChar char="•"/>
          </a:pPr>
          <a:r>
            <a:rPr lang="id-ID" sz="2000" kern="1200" dirty="0"/>
            <a:t>LRT</a:t>
          </a:r>
          <a:endParaRPr lang="en-US" sz="2000" kern="1200" dirty="0"/>
        </a:p>
        <a:p>
          <a:pPr marL="228600" lvl="1" indent="-228600" algn="l" defTabSz="889000">
            <a:lnSpc>
              <a:spcPct val="90000"/>
            </a:lnSpc>
            <a:spcBef>
              <a:spcPct val="0"/>
            </a:spcBef>
            <a:spcAft>
              <a:spcPct val="15000"/>
            </a:spcAft>
            <a:buChar char="•"/>
          </a:pPr>
          <a:r>
            <a:rPr lang="id-ID" sz="2000" kern="1200" dirty="0"/>
            <a:t>Moda transportasi lain: </a:t>
          </a:r>
          <a:endParaRPr lang="en-US" sz="2000" kern="1200" dirty="0"/>
        </a:p>
      </dsp:txBody>
      <dsp:txXfrm>
        <a:off x="3286" y="1879732"/>
        <a:ext cx="3203971" cy="1873462"/>
      </dsp:txXfrm>
    </dsp:sp>
    <dsp:sp modelId="{B810372E-7616-45AA-959F-3483A7E3992F}">
      <dsp:nvSpPr>
        <dsp:cNvPr id="0" name=""/>
        <dsp:cNvSpPr/>
      </dsp:nvSpPr>
      <dsp:spPr>
        <a:xfrm>
          <a:off x="3655814" y="598143"/>
          <a:ext cx="3203971" cy="128158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id-ID" sz="2000" kern="1200" dirty="0"/>
            <a:t>Frekuensi penggunaan transportasi umum dalam satu minggu</a:t>
          </a:r>
          <a:endParaRPr lang="en-US" sz="2000" kern="1200" dirty="0"/>
        </a:p>
      </dsp:txBody>
      <dsp:txXfrm>
        <a:off x="3655814" y="598143"/>
        <a:ext cx="3203971" cy="1281588"/>
      </dsp:txXfrm>
    </dsp:sp>
    <dsp:sp modelId="{20982E26-3959-4626-A31F-733BADE1392A}">
      <dsp:nvSpPr>
        <dsp:cNvPr id="0" name=""/>
        <dsp:cNvSpPr/>
      </dsp:nvSpPr>
      <dsp:spPr>
        <a:xfrm>
          <a:off x="3655814" y="1879732"/>
          <a:ext cx="3203971" cy="187346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SzPts val="1000"/>
            <a:buFont typeface="Courier New" panose="02070309020205020404" pitchFamily="49" charset="0"/>
            <a:buChar char="o"/>
          </a:pPr>
          <a:r>
            <a:rPr lang="id-ID" sz="2000" kern="1200" dirty="0"/>
            <a:t>1-2 kali</a:t>
          </a:r>
          <a:endParaRPr lang="en-US" sz="2000" kern="1200" dirty="0"/>
        </a:p>
        <a:p>
          <a:pPr marL="228600" lvl="1" indent="-228600" algn="l" defTabSz="889000">
            <a:lnSpc>
              <a:spcPct val="90000"/>
            </a:lnSpc>
            <a:spcBef>
              <a:spcPct val="0"/>
            </a:spcBef>
            <a:spcAft>
              <a:spcPct val="15000"/>
            </a:spcAft>
            <a:buSzPts val="1000"/>
            <a:buFont typeface="Courier New" panose="02070309020205020404" pitchFamily="49" charset="0"/>
            <a:buChar char="o"/>
          </a:pPr>
          <a:r>
            <a:rPr lang="id-ID" sz="2000" kern="1200"/>
            <a:t>3-5 kali</a:t>
          </a:r>
          <a:endParaRPr lang="en-US" sz="2000" kern="1200"/>
        </a:p>
        <a:p>
          <a:pPr marL="228600" lvl="1" indent="-228600" algn="l" defTabSz="889000">
            <a:lnSpc>
              <a:spcPct val="90000"/>
            </a:lnSpc>
            <a:spcBef>
              <a:spcPct val="0"/>
            </a:spcBef>
            <a:spcAft>
              <a:spcPct val="15000"/>
            </a:spcAft>
            <a:buSzPts val="1000"/>
            <a:buFont typeface="Courier New" panose="02070309020205020404" pitchFamily="49" charset="0"/>
            <a:buChar char="o"/>
          </a:pPr>
          <a:r>
            <a:rPr lang="id-ID" sz="2000" kern="1200"/>
            <a:t>6-10 kali</a:t>
          </a:r>
          <a:endParaRPr lang="en-US" sz="2000" kern="1200"/>
        </a:p>
        <a:p>
          <a:pPr marL="228600" lvl="1" indent="-228600" algn="l" defTabSz="889000">
            <a:lnSpc>
              <a:spcPct val="90000"/>
            </a:lnSpc>
            <a:spcBef>
              <a:spcPct val="0"/>
            </a:spcBef>
            <a:spcAft>
              <a:spcPct val="15000"/>
            </a:spcAft>
            <a:buSzPts val="1000"/>
            <a:buFont typeface="Courier New" panose="02070309020205020404" pitchFamily="49" charset="0"/>
            <a:buChar char="o"/>
          </a:pPr>
          <a:r>
            <a:rPr lang="id-ID" sz="2000" kern="1200" dirty="0"/>
            <a:t>Lebih dari 10 kali</a:t>
          </a:r>
          <a:endParaRPr lang="en-US" sz="2000" kern="1200" dirty="0"/>
        </a:p>
      </dsp:txBody>
      <dsp:txXfrm>
        <a:off x="3655814" y="1879732"/>
        <a:ext cx="3203971" cy="1873462"/>
      </dsp:txXfrm>
    </dsp:sp>
    <dsp:sp modelId="{51DD4AF4-CBF0-4AAE-941A-ACE8E4B1B4E5}">
      <dsp:nvSpPr>
        <dsp:cNvPr id="0" name=""/>
        <dsp:cNvSpPr/>
      </dsp:nvSpPr>
      <dsp:spPr>
        <a:xfrm>
          <a:off x="7308342" y="598143"/>
          <a:ext cx="3203971" cy="128158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id-ID" sz="2000" b="1" kern="1200" dirty="0"/>
            <a:t>Waktu Tempuh</a:t>
          </a:r>
          <a:r>
            <a:rPr lang="id-ID" sz="2000" kern="1200" dirty="0"/>
            <a:t>: Seberapa penting waktu tempuh dalam memilih moda transportasi?</a:t>
          </a:r>
          <a:endParaRPr lang="en-US" sz="2000" kern="1200" dirty="0"/>
        </a:p>
      </dsp:txBody>
      <dsp:txXfrm>
        <a:off x="7308342" y="598143"/>
        <a:ext cx="3203971" cy="1281588"/>
      </dsp:txXfrm>
    </dsp:sp>
    <dsp:sp modelId="{A7BA8930-189F-4592-9633-F59702B1E87A}">
      <dsp:nvSpPr>
        <dsp:cNvPr id="0" name=""/>
        <dsp:cNvSpPr/>
      </dsp:nvSpPr>
      <dsp:spPr>
        <a:xfrm>
          <a:off x="7308342" y="1879732"/>
          <a:ext cx="3203971" cy="187346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SzPts val="1000"/>
            <a:buFont typeface="Courier New" panose="02070309020205020404" pitchFamily="49" charset="0"/>
            <a:buChar char="o"/>
          </a:pPr>
          <a:r>
            <a:rPr lang="id-ID" sz="2000" kern="1200" dirty="0"/>
            <a:t>1</a:t>
          </a:r>
          <a:endParaRPr lang="en-US" sz="2000" kern="1200" dirty="0"/>
        </a:p>
        <a:p>
          <a:pPr marL="228600" lvl="1" indent="-228600" algn="l" defTabSz="889000">
            <a:lnSpc>
              <a:spcPct val="90000"/>
            </a:lnSpc>
            <a:spcBef>
              <a:spcPct val="0"/>
            </a:spcBef>
            <a:spcAft>
              <a:spcPct val="15000"/>
            </a:spcAft>
            <a:buSzPts val="1000"/>
            <a:buFont typeface="Courier New" panose="02070309020205020404" pitchFamily="49" charset="0"/>
            <a:buChar char="o"/>
          </a:pPr>
          <a:r>
            <a:rPr lang="id-ID" sz="2000" kern="1200"/>
            <a:t>2</a:t>
          </a:r>
          <a:endParaRPr lang="en-US" sz="2000" kern="1200"/>
        </a:p>
        <a:p>
          <a:pPr marL="228600" lvl="1" indent="-228600" algn="l" defTabSz="889000">
            <a:lnSpc>
              <a:spcPct val="90000"/>
            </a:lnSpc>
            <a:spcBef>
              <a:spcPct val="0"/>
            </a:spcBef>
            <a:spcAft>
              <a:spcPct val="15000"/>
            </a:spcAft>
            <a:buSzPts val="1000"/>
            <a:buFont typeface="Courier New" panose="02070309020205020404" pitchFamily="49" charset="0"/>
            <a:buChar char="o"/>
          </a:pPr>
          <a:r>
            <a:rPr lang="id-ID" sz="2000" kern="1200"/>
            <a:t>3</a:t>
          </a:r>
          <a:endParaRPr lang="en-US" sz="2000" kern="1200"/>
        </a:p>
        <a:p>
          <a:pPr marL="228600" lvl="1" indent="-228600" algn="l" defTabSz="889000">
            <a:lnSpc>
              <a:spcPct val="90000"/>
            </a:lnSpc>
            <a:spcBef>
              <a:spcPct val="0"/>
            </a:spcBef>
            <a:spcAft>
              <a:spcPct val="15000"/>
            </a:spcAft>
            <a:buSzPts val="1000"/>
            <a:buFont typeface="Courier New" panose="02070309020205020404" pitchFamily="49" charset="0"/>
            <a:buChar char="o"/>
          </a:pPr>
          <a:r>
            <a:rPr lang="id-ID" sz="2000" kern="1200"/>
            <a:t>4</a:t>
          </a:r>
          <a:endParaRPr lang="en-US" sz="2000" kern="1200"/>
        </a:p>
        <a:p>
          <a:pPr marL="228600" lvl="1" indent="-228600" algn="l" defTabSz="889000">
            <a:lnSpc>
              <a:spcPct val="90000"/>
            </a:lnSpc>
            <a:spcBef>
              <a:spcPct val="0"/>
            </a:spcBef>
            <a:spcAft>
              <a:spcPct val="15000"/>
            </a:spcAft>
            <a:buSzPts val="1000"/>
            <a:buFont typeface="Courier New" panose="02070309020205020404" pitchFamily="49" charset="0"/>
            <a:buChar char="o"/>
          </a:pPr>
          <a:r>
            <a:rPr lang="id-ID" sz="2000" kern="1200" dirty="0"/>
            <a:t>5</a:t>
          </a:r>
          <a:endParaRPr lang="en-US" sz="2000" kern="1200" dirty="0"/>
        </a:p>
      </dsp:txBody>
      <dsp:txXfrm>
        <a:off x="7308342" y="1879732"/>
        <a:ext cx="3203971" cy="187346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9FC9C-5AD9-43EC-9E88-C82EE956D118}">
      <dsp:nvSpPr>
        <dsp:cNvPr id="0" name=""/>
        <dsp:cNvSpPr/>
      </dsp:nvSpPr>
      <dsp:spPr>
        <a:xfrm>
          <a:off x="3953" y="1166712"/>
          <a:ext cx="2377306" cy="71129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id-ID" sz="1400" b="1" kern="1200" dirty="0"/>
            <a:t>Biaya (Ongkos/Tarif)</a:t>
          </a:r>
          <a:r>
            <a:rPr lang="id-ID" sz="1400" kern="1200" dirty="0"/>
            <a:t>: Seberapa penting biaya dalam pemilihan moda transportasi?</a:t>
          </a:r>
          <a:endParaRPr lang="en-US" sz="1400" kern="1200" dirty="0"/>
        </a:p>
      </dsp:txBody>
      <dsp:txXfrm>
        <a:off x="3953" y="1166712"/>
        <a:ext cx="2377306" cy="711293"/>
      </dsp:txXfrm>
    </dsp:sp>
    <dsp:sp modelId="{5CF09014-0D91-4A79-9E0B-8AA9BC8DAE02}">
      <dsp:nvSpPr>
        <dsp:cNvPr id="0" name=""/>
        <dsp:cNvSpPr/>
      </dsp:nvSpPr>
      <dsp:spPr>
        <a:xfrm>
          <a:off x="3953" y="1878005"/>
          <a:ext cx="2377306" cy="13066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id-ID" sz="1400" kern="1200"/>
            <a:t>1</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2</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3</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4</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5</a:t>
          </a:r>
          <a:endParaRPr lang="en-US" sz="1400" kern="1200" dirty="0"/>
        </a:p>
      </dsp:txBody>
      <dsp:txXfrm>
        <a:off x="3953" y="1878005"/>
        <a:ext cx="2377306" cy="1306619"/>
      </dsp:txXfrm>
    </dsp:sp>
    <dsp:sp modelId="{B810372E-7616-45AA-959F-3483A7E3992F}">
      <dsp:nvSpPr>
        <dsp:cNvPr id="0" name=""/>
        <dsp:cNvSpPr/>
      </dsp:nvSpPr>
      <dsp:spPr>
        <a:xfrm>
          <a:off x="2714082" y="1166712"/>
          <a:ext cx="2377306" cy="71129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id-ID" sz="1400" b="1" kern="1200" dirty="0"/>
            <a:t>Kenyamanan</a:t>
          </a:r>
          <a:r>
            <a:rPr lang="id-ID" sz="1400" kern="1200" dirty="0"/>
            <a:t>: Seberapa penting kenyamanan dalam memilih moda transportasi?</a:t>
          </a:r>
          <a:endParaRPr lang="en-US" sz="1400" kern="1200" dirty="0"/>
        </a:p>
      </dsp:txBody>
      <dsp:txXfrm>
        <a:off x="2714082" y="1166712"/>
        <a:ext cx="2377306" cy="711293"/>
      </dsp:txXfrm>
    </dsp:sp>
    <dsp:sp modelId="{20982E26-3959-4626-A31F-733BADE1392A}">
      <dsp:nvSpPr>
        <dsp:cNvPr id="0" name=""/>
        <dsp:cNvSpPr/>
      </dsp:nvSpPr>
      <dsp:spPr>
        <a:xfrm>
          <a:off x="2714082" y="1878005"/>
          <a:ext cx="2377306" cy="13066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1</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2</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3</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4</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5</a:t>
          </a:r>
          <a:endParaRPr lang="en-US" sz="1400" kern="1200" dirty="0"/>
        </a:p>
      </dsp:txBody>
      <dsp:txXfrm>
        <a:off x="2714082" y="1878005"/>
        <a:ext cx="2377306" cy="1306619"/>
      </dsp:txXfrm>
    </dsp:sp>
    <dsp:sp modelId="{51DD4AF4-CBF0-4AAE-941A-ACE8E4B1B4E5}">
      <dsp:nvSpPr>
        <dsp:cNvPr id="0" name=""/>
        <dsp:cNvSpPr/>
      </dsp:nvSpPr>
      <dsp:spPr>
        <a:xfrm>
          <a:off x="5424211" y="1166712"/>
          <a:ext cx="2377306" cy="71129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id-ID" sz="1400" b="1" kern="1200" dirty="0"/>
            <a:t>Aksesibilitas</a:t>
          </a:r>
          <a:r>
            <a:rPr lang="id-ID" sz="1400" kern="1200" dirty="0"/>
            <a:t>: Seberapa penting kemudahan akses ke moda transportasi?</a:t>
          </a:r>
          <a:endParaRPr lang="en-US" sz="1400" kern="1200" dirty="0"/>
        </a:p>
      </dsp:txBody>
      <dsp:txXfrm>
        <a:off x="5424211" y="1166712"/>
        <a:ext cx="2377306" cy="711293"/>
      </dsp:txXfrm>
    </dsp:sp>
    <dsp:sp modelId="{A7BA8930-189F-4592-9633-F59702B1E87A}">
      <dsp:nvSpPr>
        <dsp:cNvPr id="0" name=""/>
        <dsp:cNvSpPr/>
      </dsp:nvSpPr>
      <dsp:spPr>
        <a:xfrm>
          <a:off x="5424211" y="1878005"/>
          <a:ext cx="2377306" cy="13066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1</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2</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3</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4</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5</a:t>
          </a:r>
          <a:endParaRPr lang="en-US" sz="1400" kern="1200" dirty="0"/>
        </a:p>
      </dsp:txBody>
      <dsp:txXfrm>
        <a:off x="5424211" y="1878005"/>
        <a:ext cx="2377306" cy="1306619"/>
      </dsp:txXfrm>
    </dsp:sp>
    <dsp:sp modelId="{4B5FE30A-3250-4E6F-AF0B-FBCEF990EF05}">
      <dsp:nvSpPr>
        <dsp:cNvPr id="0" name=""/>
        <dsp:cNvSpPr/>
      </dsp:nvSpPr>
      <dsp:spPr>
        <a:xfrm>
          <a:off x="8134340" y="1166712"/>
          <a:ext cx="2377306" cy="71129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id-ID" sz="1400" b="1" kern="1200" dirty="0"/>
            <a:t>Keamanan</a:t>
          </a:r>
          <a:r>
            <a:rPr lang="id-ID" sz="1400" kern="1200" dirty="0"/>
            <a:t>: Seberapa penting keamanan selama perjalanan?</a:t>
          </a:r>
          <a:endParaRPr lang="en-US" sz="1400" kern="1200" dirty="0"/>
        </a:p>
      </dsp:txBody>
      <dsp:txXfrm>
        <a:off x="8134340" y="1166712"/>
        <a:ext cx="2377306" cy="711293"/>
      </dsp:txXfrm>
    </dsp:sp>
    <dsp:sp modelId="{99F07601-B122-45C1-9179-F902DB565044}">
      <dsp:nvSpPr>
        <dsp:cNvPr id="0" name=""/>
        <dsp:cNvSpPr/>
      </dsp:nvSpPr>
      <dsp:spPr>
        <a:xfrm>
          <a:off x="8134340" y="1878005"/>
          <a:ext cx="2377306" cy="13066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1</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2</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3</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4</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5</a:t>
          </a:r>
          <a:endParaRPr lang="en-US" sz="1400" kern="1200"/>
        </a:p>
      </dsp:txBody>
      <dsp:txXfrm>
        <a:off x="8134340" y="1878005"/>
        <a:ext cx="2377306" cy="130661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9FC9C-5AD9-43EC-9E88-C82EE956D118}">
      <dsp:nvSpPr>
        <dsp:cNvPr id="0" name=""/>
        <dsp:cNvSpPr/>
      </dsp:nvSpPr>
      <dsp:spPr>
        <a:xfrm>
          <a:off x="3953" y="1166712"/>
          <a:ext cx="2377306" cy="71129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id-ID" sz="1400" b="1" kern="1200" dirty="0"/>
            <a:t>Biaya (Ongkos/Tarif)</a:t>
          </a:r>
          <a:r>
            <a:rPr lang="id-ID" sz="1400" kern="1200" dirty="0"/>
            <a:t>: Seberapa penting biaya dalam pemilihan moda transportasi?</a:t>
          </a:r>
          <a:endParaRPr lang="en-US" sz="1400" kern="1200" dirty="0"/>
        </a:p>
      </dsp:txBody>
      <dsp:txXfrm>
        <a:off x="3953" y="1166712"/>
        <a:ext cx="2377306" cy="711293"/>
      </dsp:txXfrm>
    </dsp:sp>
    <dsp:sp modelId="{5CF09014-0D91-4A79-9E0B-8AA9BC8DAE02}">
      <dsp:nvSpPr>
        <dsp:cNvPr id="0" name=""/>
        <dsp:cNvSpPr/>
      </dsp:nvSpPr>
      <dsp:spPr>
        <a:xfrm>
          <a:off x="3953" y="1878005"/>
          <a:ext cx="2377306" cy="13066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id-ID" sz="1400" kern="1200"/>
            <a:t>1</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2</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3</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4</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5</a:t>
          </a:r>
          <a:endParaRPr lang="en-US" sz="1400" kern="1200" dirty="0"/>
        </a:p>
      </dsp:txBody>
      <dsp:txXfrm>
        <a:off x="3953" y="1878005"/>
        <a:ext cx="2377306" cy="1306619"/>
      </dsp:txXfrm>
    </dsp:sp>
    <dsp:sp modelId="{B810372E-7616-45AA-959F-3483A7E3992F}">
      <dsp:nvSpPr>
        <dsp:cNvPr id="0" name=""/>
        <dsp:cNvSpPr/>
      </dsp:nvSpPr>
      <dsp:spPr>
        <a:xfrm>
          <a:off x="2714082" y="1166712"/>
          <a:ext cx="2377306" cy="71129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id-ID" sz="1400" b="1" kern="1200" dirty="0"/>
            <a:t>Kenyamanan</a:t>
          </a:r>
          <a:r>
            <a:rPr lang="id-ID" sz="1400" kern="1200" dirty="0"/>
            <a:t>: Seberapa penting kenyamanan dalam memilih moda transportasi?</a:t>
          </a:r>
          <a:endParaRPr lang="en-US" sz="1400" kern="1200" dirty="0"/>
        </a:p>
      </dsp:txBody>
      <dsp:txXfrm>
        <a:off x="2714082" y="1166712"/>
        <a:ext cx="2377306" cy="711293"/>
      </dsp:txXfrm>
    </dsp:sp>
    <dsp:sp modelId="{20982E26-3959-4626-A31F-733BADE1392A}">
      <dsp:nvSpPr>
        <dsp:cNvPr id="0" name=""/>
        <dsp:cNvSpPr/>
      </dsp:nvSpPr>
      <dsp:spPr>
        <a:xfrm>
          <a:off x="2714082" y="1878005"/>
          <a:ext cx="2377306" cy="13066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1</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2</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3</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4</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5</a:t>
          </a:r>
          <a:endParaRPr lang="en-US" sz="1400" kern="1200" dirty="0"/>
        </a:p>
      </dsp:txBody>
      <dsp:txXfrm>
        <a:off x="2714082" y="1878005"/>
        <a:ext cx="2377306" cy="1306619"/>
      </dsp:txXfrm>
    </dsp:sp>
    <dsp:sp modelId="{51DD4AF4-CBF0-4AAE-941A-ACE8E4B1B4E5}">
      <dsp:nvSpPr>
        <dsp:cNvPr id="0" name=""/>
        <dsp:cNvSpPr/>
      </dsp:nvSpPr>
      <dsp:spPr>
        <a:xfrm>
          <a:off x="5424211" y="1166712"/>
          <a:ext cx="2377306" cy="71129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id-ID" sz="1400" b="1" kern="1200" dirty="0"/>
            <a:t>Aksesibilitas</a:t>
          </a:r>
          <a:r>
            <a:rPr lang="id-ID" sz="1400" kern="1200" dirty="0"/>
            <a:t>: Seberapa penting kemudahan akses ke moda transportasi?</a:t>
          </a:r>
          <a:endParaRPr lang="en-US" sz="1400" kern="1200" dirty="0"/>
        </a:p>
      </dsp:txBody>
      <dsp:txXfrm>
        <a:off x="5424211" y="1166712"/>
        <a:ext cx="2377306" cy="711293"/>
      </dsp:txXfrm>
    </dsp:sp>
    <dsp:sp modelId="{A7BA8930-189F-4592-9633-F59702B1E87A}">
      <dsp:nvSpPr>
        <dsp:cNvPr id="0" name=""/>
        <dsp:cNvSpPr/>
      </dsp:nvSpPr>
      <dsp:spPr>
        <a:xfrm>
          <a:off x="5424211" y="1878005"/>
          <a:ext cx="2377306" cy="13066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1</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2</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3</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4</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dirty="0"/>
            <a:t>5</a:t>
          </a:r>
          <a:endParaRPr lang="en-US" sz="1400" kern="1200" dirty="0"/>
        </a:p>
      </dsp:txBody>
      <dsp:txXfrm>
        <a:off x="5424211" y="1878005"/>
        <a:ext cx="2377306" cy="1306619"/>
      </dsp:txXfrm>
    </dsp:sp>
    <dsp:sp modelId="{4B5FE30A-3250-4E6F-AF0B-FBCEF990EF05}">
      <dsp:nvSpPr>
        <dsp:cNvPr id="0" name=""/>
        <dsp:cNvSpPr/>
      </dsp:nvSpPr>
      <dsp:spPr>
        <a:xfrm>
          <a:off x="8134340" y="1166712"/>
          <a:ext cx="2377306" cy="71129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id-ID" sz="1400" b="1" kern="1200" dirty="0"/>
            <a:t>Keamanan</a:t>
          </a:r>
          <a:r>
            <a:rPr lang="id-ID" sz="1400" kern="1200" dirty="0"/>
            <a:t>: Seberapa penting keamanan selama perjalanan?</a:t>
          </a:r>
          <a:endParaRPr lang="en-US" sz="1400" kern="1200" dirty="0"/>
        </a:p>
      </dsp:txBody>
      <dsp:txXfrm>
        <a:off x="8134340" y="1166712"/>
        <a:ext cx="2377306" cy="711293"/>
      </dsp:txXfrm>
    </dsp:sp>
    <dsp:sp modelId="{99F07601-B122-45C1-9179-F902DB565044}">
      <dsp:nvSpPr>
        <dsp:cNvPr id="0" name=""/>
        <dsp:cNvSpPr/>
      </dsp:nvSpPr>
      <dsp:spPr>
        <a:xfrm>
          <a:off x="8134340" y="1878005"/>
          <a:ext cx="2377306" cy="13066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1</a:t>
          </a:r>
          <a:endParaRPr lang="en-US" sz="1400" kern="1200" dirty="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2</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3</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4</a:t>
          </a:r>
          <a:endParaRPr lang="en-US" sz="1400" kern="1200"/>
        </a:p>
        <a:p>
          <a:pPr marL="114300" lvl="1" indent="-114300" algn="l" defTabSz="622300">
            <a:lnSpc>
              <a:spcPct val="90000"/>
            </a:lnSpc>
            <a:spcBef>
              <a:spcPct val="0"/>
            </a:spcBef>
            <a:spcAft>
              <a:spcPct val="15000"/>
            </a:spcAft>
            <a:buSzPts val="1000"/>
            <a:buFont typeface="Courier New" panose="02070309020205020404" pitchFamily="49" charset="0"/>
            <a:buChar char="o"/>
          </a:pPr>
          <a:r>
            <a:rPr lang="id-ID" sz="1400" kern="1200"/>
            <a:t>5</a:t>
          </a:r>
          <a:endParaRPr lang="en-US" sz="1400" kern="1200"/>
        </a:p>
      </dsp:txBody>
      <dsp:txXfrm>
        <a:off x="8134340" y="1878005"/>
        <a:ext cx="2377306" cy="130661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9FC9C-5AD9-43EC-9E88-C82EE956D118}">
      <dsp:nvSpPr>
        <dsp:cNvPr id="0" name=""/>
        <dsp:cNvSpPr/>
      </dsp:nvSpPr>
      <dsp:spPr>
        <a:xfrm>
          <a:off x="4929" y="1382281"/>
          <a:ext cx="1889521" cy="65347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id-ID" sz="1000" b="1" kern="1200" dirty="0"/>
            <a:t>Waktu Tempuh</a:t>
          </a:r>
          <a:r>
            <a:rPr lang="id-ID" sz="1000" kern="1200" dirty="0"/>
            <a:t>: Bagaimana kepuasan Anda terhadap waktu tempuh moda transportasi yang Anda gunakan?</a:t>
          </a:r>
          <a:endParaRPr lang="en-US" sz="1000" kern="1200" dirty="0"/>
        </a:p>
      </dsp:txBody>
      <dsp:txXfrm>
        <a:off x="4929" y="1382281"/>
        <a:ext cx="1889521" cy="653475"/>
      </dsp:txXfrm>
    </dsp:sp>
    <dsp:sp modelId="{5CF09014-0D91-4A79-9E0B-8AA9BC8DAE02}">
      <dsp:nvSpPr>
        <dsp:cNvPr id="0" name=""/>
        <dsp:cNvSpPr/>
      </dsp:nvSpPr>
      <dsp:spPr>
        <a:xfrm>
          <a:off x="4929" y="2035756"/>
          <a:ext cx="1889521" cy="93329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Char char="•"/>
          </a:pPr>
          <a:r>
            <a:rPr lang="id-ID" sz="1000" kern="1200"/>
            <a:t>1</a:t>
          </a:r>
          <a:endParaRPr lang="en-US" sz="1000" kern="1200" dirty="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2</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3</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4</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dirty="0"/>
            <a:t>5</a:t>
          </a:r>
          <a:endParaRPr lang="en-US" sz="1000" kern="1200" dirty="0"/>
        </a:p>
      </dsp:txBody>
      <dsp:txXfrm>
        <a:off x="4929" y="2035756"/>
        <a:ext cx="1889521" cy="933299"/>
      </dsp:txXfrm>
    </dsp:sp>
    <dsp:sp modelId="{B810372E-7616-45AA-959F-3483A7E3992F}">
      <dsp:nvSpPr>
        <dsp:cNvPr id="0" name=""/>
        <dsp:cNvSpPr/>
      </dsp:nvSpPr>
      <dsp:spPr>
        <a:xfrm>
          <a:off x="2158984" y="1382281"/>
          <a:ext cx="1889521" cy="65347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id-ID" sz="1000" b="1" kern="1200" dirty="0"/>
            <a:t>Biaya (Ongkos/Tarif)</a:t>
          </a:r>
          <a:r>
            <a:rPr lang="id-ID" sz="1000" kern="1200" dirty="0"/>
            <a:t>: Bagaimana kepuasan Anda terhadap biaya perjalanan?</a:t>
          </a:r>
          <a:endParaRPr lang="en-US" sz="1000" kern="1200" dirty="0"/>
        </a:p>
      </dsp:txBody>
      <dsp:txXfrm>
        <a:off x="2158984" y="1382281"/>
        <a:ext cx="1889521" cy="653475"/>
      </dsp:txXfrm>
    </dsp:sp>
    <dsp:sp modelId="{20982E26-3959-4626-A31F-733BADE1392A}">
      <dsp:nvSpPr>
        <dsp:cNvPr id="0" name=""/>
        <dsp:cNvSpPr/>
      </dsp:nvSpPr>
      <dsp:spPr>
        <a:xfrm>
          <a:off x="2158984" y="2035756"/>
          <a:ext cx="1889521" cy="93329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1</a:t>
          </a:r>
          <a:endParaRPr lang="en-US" sz="1000" kern="1200" dirty="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2</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3</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4</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dirty="0"/>
            <a:t>5</a:t>
          </a:r>
          <a:endParaRPr lang="en-US" sz="1000" kern="1200" dirty="0"/>
        </a:p>
      </dsp:txBody>
      <dsp:txXfrm>
        <a:off x="2158984" y="2035756"/>
        <a:ext cx="1889521" cy="933299"/>
      </dsp:txXfrm>
    </dsp:sp>
    <dsp:sp modelId="{51DD4AF4-CBF0-4AAE-941A-ACE8E4B1B4E5}">
      <dsp:nvSpPr>
        <dsp:cNvPr id="0" name=""/>
        <dsp:cNvSpPr/>
      </dsp:nvSpPr>
      <dsp:spPr>
        <a:xfrm>
          <a:off x="4313039" y="1382281"/>
          <a:ext cx="1889521" cy="65347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id-ID" sz="1000" b="1" kern="1200" dirty="0"/>
            <a:t>Kenyamanan</a:t>
          </a:r>
          <a:r>
            <a:rPr lang="id-ID" sz="1000" kern="1200" dirty="0"/>
            <a:t>: Bagaimana kepuasan Anda terhadap kenyamanan moda transportasi yang Anda gunakan?</a:t>
          </a:r>
          <a:endParaRPr lang="en-US" sz="1000" kern="1200" dirty="0"/>
        </a:p>
      </dsp:txBody>
      <dsp:txXfrm>
        <a:off x="4313039" y="1382281"/>
        <a:ext cx="1889521" cy="653475"/>
      </dsp:txXfrm>
    </dsp:sp>
    <dsp:sp modelId="{A7BA8930-189F-4592-9633-F59702B1E87A}">
      <dsp:nvSpPr>
        <dsp:cNvPr id="0" name=""/>
        <dsp:cNvSpPr/>
      </dsp:nvSpPr>
      <dsp:spPr>
        <a:xfrm>
          <a:off x="4313039" y="2035756"/>
          <a:ext cx="1889521" cy="93329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dirty="0"/>
            <a:t>1</a:t>
          </a:r>
          <a:endParaRPr lang="en-US" sz="1000" kern="1200" dirty="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dirty="0"/>
            <a:t>2</a:t>
          </a:r>
          <a:endParaRPr lang="en-US" sz="1000" kern="1200" dirty="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3</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dirty="0"/>
            <a:t>4</a:t>
          </a:r>
          <a:endParaRPr lang="en-US" sz="1000" kern="1200" dirty="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dirty="0"/>
            <a:t>5</a:t>
          </a:r>
          <a:endParaRPr lang="en-US" sz="1000" kern="1200" dirty="0"/>
        </a:p>
      </dsp:txBody>
      <dsp:txXfrm>
        <a:off x="4313039" y="2035756"/>
        <a:ext cx="1889521" cy="933299"/>
      </dsp:txXfrm>
    </dsp:sp>
    <dsp:sp modelId="{4B5FE30A-3250-4E6F-AF0B-FBCEF990EF05}">
      <dsp:nvSpPr>
        <dsp:cNvPr id="0" name=""/>
        <dsp:cNvSpPr/>
      </dsp:nvSpPr>
      <dsp:spPr>
        <a:xfrm>
          <a:off x="6467094" y="1382281"/>
          <a:ext cx="1889521" cy="65347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id-ID" sz="1000" b="1" kern="1200" dirty="0"/>
            <a:t>Aksesibilitas</a:t>
          </a:r>
          <a:r>
            <a:rPr lang="id-ID" sz="1000" kern="1200" dirty="0"/>
            <a:t>: Bagaimana kepuasan Anda terhadap aksesibilitas moda transportasi?</a:t>
          </a:r>
          <a:endParaRPr lang="en-US" sz="1000" kern="1200" dirty="0"/>
        </a:p>
      </dsp:txBody>
      <dsp:txXfrm>
        <a:off x="6467094" y="1382281"/>
        <a:ext cx="1889521" cy="653475"/>
      </dsp:txXfrm>
    </dsp:sp>
    <dsp:sp modelId="{99F07601-B122-45C1-9179-F902DB565044}">
      <dsp:nvSpPr>
        <dsp:cNvPr id="0" name=""/>
        <dsp:cNvSpPr/>
      </dsp:nvSpPr>
      <dsp:spPr>
        <a:xfrm>
          <a:off x="6467094" y="2035756"/>
          <a:ext cx="1889521" cy="93329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1</a:t>
          </a:r>
          <a:endParaRPr lang="en-US" sz="1000" kern="1200" dirty="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2</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3</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4</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dirty="0"/>
            <a:t>5</a:t>
          </a:r>
          <a:endParaRPr lang="en-US" sz="1000" kern="1200" dirty="0"/>
        </a:p>
      </dsp:txBody>
      <dsp:txXfrm>
        <a:off x="6467094" y="2035756"/>
        <a:ext cx="1889521" cy="933299"/>
      </dsp:txXfrm>
    </dsp:sp>
    <dsp:sp modelId="{06D6FFD1-0190-4AFD-A7D1-CC6D04C64EB3}">
      <dsp:nvSpPr>
        <dsp:cNvPr id="0" name=""/>
        <dsp:cNvSpPr/>
      </dsp:nvSpPr>
      <dsp:spPr>
        <a:xfrm>
          <a:off x="8621148" y="1382281"/>
          <a:ext cx="1889521" cy="65347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id-ID" sz="1000" b="1" kern="1200" dirty="0"/>
            <a:t>Keamanan</a:t>
          </a:r>
          <a:r>
            <a:rPr lang="id-ID" sz="1000" kern="1200" dirty="0"/>
            <a:t>: Bagaimana kepuasan Anda terhadap keamanan selama perjalanan?</a:t>
          </a:r>
          <a:endParaRPr lang="en-US" sz="1000" kern="1200" dirty="0"/>
        </a:p>
      </dsp:txBody>
      <dsp:txXfrm>
        <a:off x="8621148" y="1382281"/>
        <a:ext cx="1889521" cy="653475"/>
      </dsp:txXfrm>
    </dsp:sp>
    <dsp:sp modelId="{C4520503-E99E-46E6-AA71-1AAB6D1D2310}">
      <dsp:nvSpPr>
        <dsp:cNvPr id="0" name=""/>
        <dsp:cNvSpPr/>
      </dsp:nvSpPr>
      <dsp:spPr>
        <a:xfrm>
          <a:off x="8621148" y="2035756"/>
          <a:ext cx="1889521" cy="93329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dirty="0"/>
            <a:t>1</a:t>
          </a:r>
          <a:endParaRPr lang="en-US" sz="1000" kern="1200" dirty="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2</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3</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4</a:t>
          </a:r>
          <a:endParaRPr lang="en-US" sz="1000" kern="1200"/>
        </a:p>
        <a:p>
          <a:pPr marL="57150" lvl="1" indent="-57150" algn="l" defTabSz="444500">
            <a:lnSpc>
              <a:spcPct val="90000"/>
            </a:lnSpc>
            <a:spcBef>
              <a:spcPct val="0"/>
            </a:spcBef>
            <a:spcAft>
              <a:spcPct val="15000"/>
            </a:spcAft>
            <a:buSzPts val="1000"/>
            <a:buFont typeface="Courier New" panose="02070309020205020404" pitchFamily="49" charset="0"/>
            <a:buChar char="o"/>
          </a:pPr>
          <a:r>
            <a:rPr lang="id-ID" sz="1000" kern="1200"/>
            <a:t>5</a:t>
          </a:r>
          <a:endParaRPr lang="en-US" sz="1000" kern="1200"/>
        </a:p>
      </dsp:txBody>
      <dsp:txXfrm>
        <a:off x="8621148" y="2035756"/>
        <a:ext cx="1889521" cy="93329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6A655A-6812-4CBD-A448-A92D280E5190}">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AB9577-2C13-4009-80BD-C93D2B3C1D50}">
      <dsp:nvSpPr>
        <dsp:cNvPr id="0" name=""/>
        <dsp:cNvSpPr/>
      </dsp:nvSpPr>
      <dsp:spPr>
        <a:xfrm>
          <a:off x="0" y="0"/>
          <a:ext cx="2103120" cy="435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err="1"/>
            <a:t>Pertanyaan</a:t>
          </a:r>
          <a:r>
            <a:rPr lang="en-US" sz="3200" kern="1200" dirty="0"/>
            <a:t> Terbuka</a:t>
          </a:r>
        </a:p>
      </dsp:txBody>
      <dsp:txXfrm>
        <a:off x="0" y="0"/>
        <a:ext cx="2103120" cy="4351338"/>
      </dsp:txXfrm>
    </dsp:sp>
    <dsp:sp modelId="{10C6BA13-F4F8-44ED-9C16-B26EA2043575}">
      <dsp:nvSpPr>
        <dsp:cNvPr id="0" name=""/>
        <dsp:cNvSpPr/>
      </dsp:nvSpPr>
      <dsp:spPr>
        <a:xfrm>
          <a:off x="2260854" y="101134"/>
          <a:ext cx="8254746" cy="2022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id-ID" sz="4000" kern="1200" dirty="0"/>
            <a:t>Apa alasan utama Anda memilih moda transportasi yang Anda gunakan saat ini? (Tuliskan secara singkat)</a:t>
          </a:r>
          <a:endParaRPr lang="en-US" sz="4000" kern="1200" dirty="0"/>
        </a:p>
      </dsp:txBody>
      <dsp:txXfrm>
        <a:off x="2260854" y="101134"/>
        <a:ext cx="8254746" cy="2022692"/>
      </dsp:txXfrm>
    </dsp:sp>
    <dsp:sp modelId="{C8130C7F-EA7B-4EE0-B488-D0783CBBEF77}">
      <dsp:nvSpPr>
        <dsp:cNvPr id="0" name=""/>
        <dsp:cNvSpPr/>
      </dsp:nvSpPr>
      <dsp:spPr>
        <a:xfrm>
          <a:off x="2103120" y="2123826"/>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1091E7-30CD-4B0E-B750-FD877873BD70}">
      <dsp:nvSpPr>
        <dsp:cNvPr id="0" name=""/>
        <dsp:cNvSpPr/>
      </dsp:nvSpPr>
      <dsp:spPr>
        <a:xfrm>
          <a:off x="2260854" y="2224961"/>
          <a:ext cx="8254746" cy="2022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id-ID" sz="4000" kern="1200" dirty="0"/>
            <a:t>Apa yang bisa ditingkatkan dari moda transportasi umum yang Anda gunakan? (Tuliskan secara singkat)</a:t>
          </a:r>
          <a:endParaRPr lang="en-US" sz="4000" kern="1200" dirty="0"/>
        </a:p>
      </dsp:txBody>
      <dsp:txXfrm>
        <a:off x="2260854" y="2224961"/>
        <a:ext cx="8254746" cy="2022692"/>
      </dsp:txXfrm>
    </dsp:sp>
    <dsp:sp modelId="{C9339DDB-4083-40B0-92DB-339575F09A2C}">
      <dsp:nvSpPr>
        <dsp:cNvPr id="0" name=""/>
        <dsp:cNvSpPr/>
      </dsp:nvSpPr>
      <dsp:spPr>
        <a:xfrm>
          <a:off x="2103120" y="4247653"/>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8B87A80-80B0-472A-A8FA-908A9EB86717}" type="datetimeFigureOut">
              <a:rPr lang="en-US" smtClean="0"/>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D099E2-DFA5-4B8A-8F64-B9F2B298DD6A}" type="slidenum">
              <a:rPr lang="en-US" smtClean="0"/>
              <a:t>‹#›</a:t>
            </a:fld>
            <a:endParaRPr lang="en-US"/>
          </a:p>
        </p:txBody>
      </p:sp>
    </p:spTree>
    <p:extLst>
      <p:ext uri="{BB962C8B-B14F-4D97-AF65-F5344CB8AC3E}">
        <p14:creationId xmlns:p14="http://schemas.microsoft.com/office/powerpoint/2010/main" val="1833291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B87A80-80B0-472A-A8FA-908A9EB86717}" type="datetimeFigureOut">
              <a:rPr lang="en-US" smtClean="0"/>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D099E2-DFA5-4B8A-8F64-B9F2B298DD6A}" type="slidenum">
              <a:rPr lang="en-US" smtClean="0"/>
              <a:t>‹#›</a:t>
            </a:fld>
            <a:endParaRPr lang="en-US"/>
          </a:p>
        </p:txBody>
      </p:sp>
    </p:spTree>
    <p:extLst>
      <p:ext uri="{BB962C8B-B14F-4D97-AF65-F5344CB8AC3E}">
        <p14:creationId xmlns:p14="http://schemas.microsoft.com/office/powerpoint/2010/main" val="2693851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8B87A80-80B0-472A-A8FA-908A9EB86717}" type="datetimeFigureOut">
              <a:rPr lang="en-US" smtClean="0"/>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D099E2-DFA5-4B8A-8F64-B9F2B298DD6A}" type="slidenum">
              <a:rPr lang="en-US" smtClean="0"/>
              <a:t>‹#›</a:t>
            </a:fld>
            <a:endParaRPr lang="en-US"/>
          </a:p>
        </p:txBody>
      </p:sp>
    </p:spTree>
    <p:extLst>
      <p:ext uri="{BB962C8B-B14F-4D97-AF65-F5344CB8AC3E}">
        <p14:creationId xmlns:p14="http://schemas.microsoft.com/office/powerpoint/2010/main" val="341148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8B87A80-80B0-472A-A8FA-908A9EB86717}" type="datetimeFigureOut">
              <a:rPr lang="en-US" smtClean="0"/>
              <a:t>10/18/2024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D099E2-DFA5-4B8A-8F64-B9F2B298DD6A}" type="slidenum">
              <a:rPr lang="en-US" smtClean="0"/>
              <a:t>‹#›</a:t>
            </a:fld>
            <a:endParaRPr lang="en-US"/>
          </a:p>
        </p:txBody>
      </p:sp>
    </p:spTree>
    <p:extLst>
      <p:ext uri="{BB962C8B-B14F-4D97-AF65-F5344CB8AC3E}">
        <p14:creationId xmlns:p14="http://schemas.microsoft.com/office/powerpoint/2010/main" val="2512394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8B87A80-80B0-472A-A8FA-908A9EB86717}" type="datetimeFigureOut">
              <a:rPr lang="en-US" smtClean="0"/>
              <a:t>10/18/2024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D099E2-DFA5-4B8A-8F64-B9F2B298DD6A}" type="slidenum">
              <a:rPr lang="en-US" smtClean="0"/>
              <a:t>‹#›</a:t>
            </a:fld>
            <a:endParaRPr lang="en-US"/>
          </a:p>
        </p:txBody>
      </p:sp>
    </p:spTree>
    <p:extLst>
      <p:ext uri="{BB962C8B-B14F-4D97-AF65-F5344CB8AC3E}">
        <p14:creationId xmlns:p14="http://schemas.microsoft.com/office/powerpoint/2010/main" val="1923942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B87A80-80B0-472A-A8FA-908A9EB86717}" type="datetimeFigureOut">
              <a:rPr lang="en-US" smtClean="0"/>
              <a:t>10/18/2024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D099E2-DFA5-4B8A-8F64-B9F2B298DD6A}" type="slidenum">
              <a:rPr lang="en-US" smtClean="0"/>
              <a:t>‹#›</a:t>
            </a:fld>
            <a:endParaRPr lang="en-US"/>
          </a:p>
        </p:txBody>
      </p:sp>
    </p:spTree>
    <p:extLst>
      <p:ext uri="{BB962C8B-B14F-4D97-AF65-F5344CB8AC3E}">
        <p14:creationId xmlns:p14="http://schemas.microsoft.com/office/powerpoint/2010/main" val="2420263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B87A80-80B0-472A-A8FA-908A9EB86717}" type="datetimeFigureOut">
              <a:rPr lang="en-US" smtClean="0"/>
              <a:t>10/18/2024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D099E2-DFA5-4B8A-8F64-B9F2B298DD6A}" type="slidenum">
              <a:rPr lang="en-US" smtClean="0"/>
              <a:t>‹#›</a:t>
            </a:fld>
            <a:endParaRPr lang="en-US"/>
          </a:p>
        </p:txBody>
      </p:sp>
    </p:spTree>
    <p:extLst>
      <p:ext uri="{BB962C8B-B14F-4D97-AF65-F5344CB8AC3E}">
        <p14:creationId xmlns:p14="http://schemas.microsoft.com/office/powerpoint/2010/main" val="4085222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8B87A80-80B0-472A-A8FA-908A9EB86717}" type="datetimeFigureOut">
              <a:rPr lang="en-US" smtClean="0"/>
              <a:t>10/18/2024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D099E2-DFA5-4B8A-8F64-B9F2B298DD6A}" type="slidenum">
              <a:rPr lang="en-US" smtClean="0"/>
              <a:t>‹#›</a:t>
            </a:fld>
            <a:endParaRPr lang="en-US"/>
          </a:p>
        </p:txBody>
      </p:sp>
    </p:spTree>
    <p:extLst>
      <p:ext uri="{BB962C8B-B14F-4D97-AF65-F5344CB8AC3E}">
        <p14:creationId xmlns:p14="http://schemas.microsoft.com/office/powerpoint/2010/main" val="2854384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8B87A80-80B0-472A-A8FA-908A9EB86717}" type="datetimeFigureOut">
              <a:rPr lang="en-US" smtClean="0"/>
              <a:t>10/18/2024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D099E2-DFA5-4B8A-8F64-B9F2B298DD6A}" type="slidenum">
              <a:rPr lang="en-US" smtClean="0"/>
              <a:t>‹#›</a:t>
            </a:fld>
            <a:endParaRPr lang="en-US"/>
          </a:p>
        </p:txBody>
      </p:sp>
    </p:spTree>
    <p:extLst>
      <p:ext uri="{BB962C8B-B14F-4D97-AF65-F5344CB8AC3E}">
        <p14:creationId xmlns:p14="http://schemas.microsoft.com/office/powerpoint/2010/main" val="3467821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B87A80-80B0-472A-A8FA-908A9EB86717}" type="datetimeFigureOut">
              <a:rPr lang="en-US" smtClean="0"/>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D099E2-DFA5-4B8A-8F64-B9F2B298DD6A}" type="slidenum">
              <a:rPr lang="en-US" smtClean="0"/>
              <a:t>‹#›</a:t>
            </a:fld>
            <a:endParaRPr lang="en-US"/>
          </a:p>
        </p:txBody>
      </p:sp>
    </p:spTree>
    <p:extLst>
      <p:ext uri="{BB962C8B-B14F-4D97-AF65-F5344CB8AC3E}">
        <p14:creationId xmlns:p14="http://schemas.microsoft.com/office/powerpoint/2010/main" val="3753134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B87A80-80B0-472A-A8FA-908A9EB86717}" type="datetimeFigureOut">
              <a:rPr lang="en-US" smtClean="0"/>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D099E2-DFA5-4B8A-8F64-B9F2B298DD6A}" type="slidenum">
              <a:rPr lang="en-US" smtClean="0"/>
              <a:t>‹#›</a:t>
            </a:fld>
            <a:endParaRPr lang="en-US"/>
          </a:p>
        </p:txBody>
      </p:sp>
    </p:spTree>
    <p:extLst>
      <p:ext uri="{BB962C8B-B14F-4D97-AF65-F5344CB8AC3E}">
        <p14:creationId xmlns:p14="http://schemas.microsoft.com/office/powerpoint/2010/main" val="3281619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B87A80-80B0-472A-A8FA-908A9EB86717}" type="datetimeFigureOut">
              <a:rPr lang="en-US" smtClean="0"/>
              <a:t>10/18/2024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D099E2-DFA5-4B8A-8F64-B9F2B298DD6A}" type="slidenum">
              <a:rPr lang="en-US" smtClean="0"/>
              <a:t>‹#›</a:t>
            </a:fld>
            <a:endParaRPr lang="en-US"/>
          </a:p>
        </p:txBody>
      </p:sp>
    </p:spTree>
    <p:extLst>
      <p:ext uri="{BB962C8B-B14F-4D97-AF65-F5344CB8AC3E}">
        <p14:creationId xmlns:p14="http://schemas.microsoft.com/office/powerpoint/2010/main" val="4257976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3.xml.rels><?xml version="1.0" encoding="UTF-8" standalone="yes"?>
<Relationships xmlns="http://schemas.openxmlformats.org/package/2006/relationships"><Relationship Id="rId3" Type="http://schemas.openxmlformats.org/officeDocument/2006/relationships/image" Target="../media/image4.svg" /><Relationship Id="rId2" Type="http://schemas.openxmlformats.org/officeDocument/2006/relationships/image" Target="../media/image3.png" /><Relationship Id="rId1" Type="http://schemas.openxmlformats.org/officeDocument/2006/relationships/slideLayout" Target="../slideLayouts/slideLayout2.xml" /><Relationship Id="rId5" Type="http://schemas.openxmlformats.org/officeDocument/2006/relationships/image" Target="../media/image6.svg" /><Relationship Id="rId4" Type="http://schemas.openxmlformats.org/officeDocument/2006/relationships/image" Target="../media/image5.png" /></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4.xml" /><Relationship Id="rId3" Type="http://schemas.openxmlformats.org/officeDocument/2006/relationships/diagramLayout" Target="../diagrams/layout3.xml" /><Relationship Id="rId7" Type="http://schemas.openxmlformats.org/officeDocument/2006/relationships/diagramData" Target="../diagrams/data4.xml" /><Relationship Id="rId2" Type="http://schemas.openxmlformats.org/officeDocument/2006/relationships/diagramData" Target="../diagrams/data3.xml" /><Relationship Id="rId1" Type="http://schemas.openxmlformats.org/officeDocument/2006/relationships/slideLayout" Target="../slideLayouts/slideLayout2.xml" /><Relationship Id="rId6" Type="http://schemas.microsoft.com/office/2007/relationships/diagramDrawing" Target="../diagrams/drawing3.xml" /><Relationship Id="rId11" Type="http://schemas.microsoft.com/office/2007/relationships/diagramDrawing" Target="../diagrams/drawing4.xml" /><Relationship Id="rId5" Type="http://schemas.openxmlformats.org/officeDocument/2006/relationships/diagramColors" Target="../diagrams/colors3.xml" /><Relationship Id="rId10" Type="http://schemas.openxmlformats.org/officeDocument/2006/relationships/diagramColors" Target="../diagrams/colors4.xml" /><Relationship Id="rId4" Type="http://schemas.openxmlformats.org/officeDocument/2006/relationships/diagramQuickStyle" Target="../diagrams/quickStyle3.xml" /><Relationship Id="rId9" Type="http://schemas.openxmlformats.org/officeDocument/2006/relationships/diagramQuickStyle" Target="../diagrams/quickStyle4.xml" /></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6.xml" /><Relationship Id="rId3" Type="http://schemas.openxmlformats.org/officeDocument/2006/relationships/diagramLayout" Target="../diagrams/layout5.xml" /><Relationship Id="rId7" Type="http://schemas.openxmlformats.org/officeDocument/2006/relationships/diagramData" Target="../diagrams/data6.xml" /><Relationship Id="rId2" Type="http://schemas.openxmlformats.org/officeDocument/2006/relationships/diagramData" Target="../diagrams/data5.xml" /><Relationship Id="rId1" Type="http://schemas.openxmlformats.org/officeDocument/2006/relationships/slideLayout" Target="../slideLayouts/slideLayout2.xml" /><Relationship Id="rId6" Type="http://schemas.microsoft.com/office/2007/relationships/diagramDrawing" Target="../diagrams/drawing5.xml" /><Relationship Id="rId11" Type="http://schemas.microsoft.com/office/2007/relationships/diagramDrawing" Target="../diagrams/drawing6.xml" /><Relationship Id="rId5" Type="http://schemas.openxmlformats.org/officeDocument/2006/relationships/diagramColors" Target="../diagrams/colors5.xml" /><Relationship Id="rId10" Type="http://schemas.openxmlformats.org/officeDocument/2006/relationships/diagramColors" Target="../diagrams/colors6.xml" /><Relationship Id="rId4" Type="http://schemas.openxmlformats.org/officeDocument/2006/relationships/diagramQuickStyle" Target="../diagrams/quickStyle5.xml" /><Relationship Id="rId9" Type="http://schemas.openxmlformats.org/officeDocument/2006/relationships/diagramQuickStyle" Target="../diagrams/quickStyle6.xml" /></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 /><Relationship Id="rId2" Type="http://schemas.openxmlformats.org/officeDocument/2006/relationships/diagramData" Target="../diagrams/data7.xml" /><Relationship Id="rId1" Type="http://schemas.openxmlformats.org/officeDocument/2006/relationships/slideLayout" Target="../slideLayouts/slideLayout2.xml" /><Relationship Id="rId6" Type="http://schemas.microsoft.com/office/2007/relationships/diagramDrawing" Target="../diagrams/drawing7.xml" /><Relationship Id="rId5" Type="http://schemas.openxmlformats.org/officeDocument/2006/relationships/diagramColors" Target="../diagrams/colors7.xml" /><Relationship Id="rId4" Type="http://schemas.openxmlformats.org/officeDocument/2006/relationships/diagramQuickStyle" Target="../diagrams/quickStyle7.xml" /></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 /><Relationship Id="rId2" Type="http://schemas.openxmlformats.org/officeDocument/2006/relationships/diagramData" Target="../diagrams/data8.xml" /><Relationship Id="rId1" Type="http://schemas.openxmlformats.org/officeDocument/2006/relationships/slideLayout" Target="../slideLayouts/slideLayout2.xml" /><Relationship Id="rId6" Type="http://schemas.microsoft.com/office/2007/relationships/diagramDrawing" Target="../diagrams/drawing8.xml" /><Relationship Id="rId5" Type="http://schemas.openxmlformats.org/officeDocument/2006/relationships/diagramColors" Target="../diagrams/colors8.xml" /><Relationship Id="rId4" Type="http://schemas.openxmlformats.org/officeDocument/2006/relationships/diagramQuickStyle" Target="../diagrams/quickStyle8.xml" /></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 /><Relationship Id="rId2" Type="http://schemas.openxmlformats.org/officeDocument/2006/relationships/diagramData" Target="../diagrams/data9.xml" /><Relationship Id="rId1" Type="http://schemas.openxmlformats.org/officeDocument/2006/relationships/slideLayout" Target="../slideLayouts/slideLayout2.xml" /><Relationship Id="rId6" Type="http://schemas.microsoft.com/office/2007/relationships/diagramDrawing" Target="../diagrams/drawing9.xml" /><Relationship Id="rId5" Type="http://schemas.openxmlformats.org/officeDocument/2006/relationships/diagramColors" Target="../diagrams/colors9.xml" /><Relationship Id="rId4" Type="http://schemas.openxmlformats.org/officeDocument/2006/relationships/diagramQuickStyle" Target="../diagrams/quickStyle9.xml" /></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0.xml" /><Relationship Id="rId2" Type="http://schemas.openxmlformats.org/officeDocument/2006/relationships/diagramData" Target="../diagrams/data10.xml" /><Relationship Id="rId1" Type="http://schemas.openxmlformats.org/officeDocument/2006/relationships/slideLayout" Target="../slideLayouts/slideLayout2.xml" /><Relationship Id="rId6" Type="http://schemas.microsoft.com/office/2007/relationships/diagramDrawing" Target="../diagrams/drawing10.xml" /><Relationship Id="rId5" Type="http://schemas.openxmlformats.org/officeDocument/2006/relationships/diagramColors" Target="../diagrams/colors10.xml" /><Relationship Id="rId4" Type="http://schemas.openxmlformats.org/officeDocument/2006/relationships/diagramQuickStyle" Target="../diagrams/quickStyle10.xml" /></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1.xml" /><Relationship Id="rId2" Type="http://schemas.openxmlformats.org/officeDocument/2006/relationships/diagramData" Target="../diagrams/data11.xml" /><Relationship Id="rId1" Type="http://schemas.openxmlformats.org/officeDocument/2006/relationships/slideLayout" Target="../slideLayouts/slideLayout2.xml" /><Relationship Id="rId6" Type="http://schemas.microsoft.com/office/2007/relationships/diagramDrawing" Target="../diagrams/drawing11.xml" /><Relationship Id="rId5" Type="http://schemas.openxmlformats.org/officeDocument/2006/relationships/diagramColors" Target="../diagrams/colors11.xml" /><Relationship Id="rId4" Type="http://schemas.openxmlformats.org/officeDocument/2006/relationships/diagramQuickStyle" Target="../diagrams/quickStyle11.xml" /></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13.xml" /><Relationship Id="rId3" Type="http://schemas.openxmlformats.org/officeDocument/2006/relationships/diagramLayout" Target="../diagrams/layout12.xml" /><Relationship Id="rId7" Type="http://schemas.openxmlformats.org/officeDocument/2006/relationships/diagramData" Target="../diagrams/data13.xml" /><Relationship Id="rId2" Type="http://schemas.openxmlformats.org/officeDocument/2006/relationships/diagramData" Target="../diagrams/data12.xml" /><Relationship Id="rId1" Type="http://schemas.openxmlformats.org/officeDocument/2006/relationships/slideLayout" Target="../slideLayouts/slideLayout2.xml" /><Relationship Id="rId6" Type="http://schemas.microsoft.com/office/2007/relationships/diagramDrawing" Target="../diagrams/drawing12.xml" /><Relationship Id="rId11" Type="http://schemas.microsoft.com/office/2007/relationships/diagramDrawing" Target="../diagrams/drawing13.xml" /><Relationship Id="rId5" Type="http://schemas.openxmlformats.org/officeDocument/2006/relationships/diagramColors" Target="../diagrams/colors12.xml" /><Relationship Id="rId10" Type="http://schemas.openxmlformats.org/officeDocument/2006/relationships/diagramColors" Target="../diagrams/colors13.xml" /><Relationship Id="rId4" Type="http://schemas.openxmlformats.org/officeDocument/2006/relationships/diagramQuickStyle" Target="../diagrams/quickStyle12.xml" /><Relationship Id="rId9" Type="http://schemas.openxmlformats.org/officeDocument/2006/relationships/diagramQuickStyle" Target="../diagrams/quickStyle13.xml" /></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4.xml" /><Relationship Id="rId2" Type="http://schemas.openxmlformats.org/officeDocument/2006/relationships/diagramData" Target="../diagrams/data14.xml" /><Relationship Id="rId1" Type="http://schemas.openxmlformats.org/officeDocument/2006/relationships/slideLayout" Target="../slideLayouts/slideLayout2.xml" /><Relationship Id="rId6" Type="http://schemas.microsoft.com/office/2007/relationships/diagramDrawing" Target="../diagrams/drawing14.xml" /><Relationship Id="rId5" Type="http://schemas.openxmlformats.org/officeDocument/2006/relationships/diagramColors" Target="../diagrams/colors14.xml" /><Relationship Id="rId4" Type="http://schemas.openxmlformats.org/officeDocument/2006/relationships/diagramQuickStyle" Target="../diagrams/quickStyle14.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93669"/>
            <a:ext cx="9144000" cy="1916294"/>
          </a:xfrm>
        </p:spPr>
        <p:txBody>
          <a:bodyPr>
            <a:normAutofit fontScale="90000"/>
          </a:bodyPr>
          <a:lstStyle/>
          <a:p>
            <a:r>
              <a:rPr lang="en-ID" sz="2800" dirty="0">
                <a:solidFill>
                  <a:schemeClr val="bg1"/>
                </a:solidFill>
                <a:latin typeface="Arial" pitchFamily="34" charset="0"/>
                <a:cs typeface="Arial" pitchFamily="34" charset="0"/>
              </a:rPr>
              <a:t>DAMPAK </a:t>
            </a:r>
            <a:r>
              <a:rPr lang="en-ID" sz="2800" i="1" dirty="0">
                <a:solidFill>
                  <a:schemeClr val="bg1"/>
                </a:solidFill>
                <a:latin typeface="Arial" pitchFamily="34" charset="0"/>
                <a:cs typeface="Arial" pitchFamily="34" charset="0"/>
              </a:rPr>
              <a:t>TRANS METRO PASUNDAN,TRANS METRO BANDUNG, </a:t>
            </a:r>
            <a:r>
              <a:rPr lang="en-ID" sz="2800" dirty="0">
                <a:solidFill>
                  <a:schemeClr val="bg1"/>
                </a:solidFill>
                <a:latin typeface="Arial" pitchFamily="34" charset="0"/>
                <a:cs typeface="Arial" pitchFamily="34" charset="0"/>
              </a:rPr>
              <a:t>DAN OPERASI </a:t>
            </a:r>
            <a:r>
              <a:rPr lang="en-ID" sz="2800" i="1" dirty="0">
                <a:solidFill>
                  <a:schemeClr val="bg1"/>
                </a:solidFill>
                <a:latin typeface="Arial" pitchFamily="34" charset="0"/>
                <a:cs typeface="Arial" pitchFamily="34" charset="0"/>
              </a:rPr>
              <a:t>LIGHT RAIL TRANSIT TERHADAP </a:t>
            </a:r>
            <a:r>
              <a:rPr lang="en-ID" sz="2800" dirty="0">
                <a:solidFill>
                  <a:schemeClr val="bg1"/>
                </a:solidFill>
                <a:latin typeface="Arial" pitchFamily="34" charset="0"/>
                <a:cs typeface="Arial" pitchFamily="34" charset="0"/>
              </a:rPr>
              <a:t>PEMILIHAN MODA KOMUTER </a:t>
            </a:r>
            <a:br>
              <a:rPr lang="en-ID" sz="2800" dirty="0">
                <a:solidFill>
                  <a:schemeClr val="bg1"/>
                </a:solidFill>
                <a:latin typeface="Arial" pitchFamily="34" charset="0"/>
                <a:cs typeface="Arial" pitchFamily="34" charset="0"/>
              </a:rPr>
            </a:br>
            <a:r>
              <a:rPr lang="en-ID" sz="2800" dirty="0">
                <a:solidFill>
                  <a:schemeClr val="bg1"/>
                </a:solidFill>
                <a:latin typeface="Arial" pitchFamily="34" charset="0"/>
                <a:cs typeface="Arial" pitchFamily="34" charset="0"/>
              </a:rPr>
              <a:t>DI BANDUNG RAYA</a:t>
            </a:r>
            <a:br>
              <a:rPr lang="en-ID" sz="2800" dirty="0">
                <a:solidFill>
                  <a:schemeClr val="bg1"/>
                </a:solidFill>
                <a:latin typeface="Arial" pitchFamily="34" charset="0"/>
                <a:cs typeface="Arial" pitchFamily="34" charset="0"/>
              </a:rPr>
            </a:br>
            <a:br>
              <a:rPr lang="en-ID" sz="2800" dirty="0">
                <a:solidFill>
                  <a:schemeClr val="bg1"/>
                </a:solidFill>
                <a:latin typeface="Arial" pitchFamily="34" charset="0"/>
                <a:cs typeface="Arial" pitchFamily="34" charset="0"/>
              </a:rPr>
            </a:br>
            <a:r>
              <a:rPr lang="en-ID" sz="2800" dirty="0" err="1">
                <a:solidFill>
                  <a:schemeClr val="bg1"/>
                </a:solidFill>
                <a:latin typeface="Arial" pitchFamily="34" charset="0"/>
                <a:cs typeface="Arial" pitchFamily="34" charset="0"/>
              </a:rPr>
              <a:t>Ujian</a:t>
            </a:r>
            <a:r>
              <a:rPr lang="en-ID" sz="2800" dirty="0">
                <a:solidFill>
                  <a:schemeClr val="bg1"/>
                </a:solidFill>
                <a:latin typeface="Arial" pitchFamily="34" charset="0"/>
                <a:cs typeface="Arial" pitchFamily="34" charset="0"/>
              </a:rPr>
              <a:t> Seminar 2</a:t>
            </a:r>
            <a:endParaRPr lang="en-US" sz="2800" dirty="0">
              <a:solidFill>
                <a:schemeClr val="bg1"/>
              </a:solidFill>
              <a:latin typeface="Arial" pitchFamily="34" charset="0"/>
              <a:cs typeface="Arial" pitchFamily="34" charset="0"/>
            </a:endParaRPr>
          </a:p>
        </p:txBody>
      </p:sp>
      <p:sp>
        <p:nvSpPr>
          <p:cNvPr id="3" name="Subtitle 2"/>
          <p:cNvSpPr>
            <a:spLocks noGrp="1"/>
          </p:cNvSpPr>
          <p:nvPr>
            <p:ph type="subTitle" idx="1"/>
          </p:nvPr>
        </p:nvSpPr>
        <p:spPr>
          <a:xfrm>
            <a:off x="1524000" y="3857896"/>
            <a:ext cx="9109166" cy="1950721"/>
          </a:xfrm>
        </p:spPr>
        <p:txBody>
          <a:bodyPr>
            <a:normAutofit/>
          </a:bodyPr>
          <a:lstStyle/>
          <a:p>
            <a:r>
              <a:rPr lang="en-US" b="1" dirty="0" err="1">
                <a:solidFill>
                  <a:schemeClr val="bg1"/>
                </a:solidFill>
              </a:rPr>
              <a:t>Promotor</a:t>
            </a:r>
            <a:r>
              <a:rPr lang="en-US" b="1" dirty="0">
                <a:solidFill>
                  <a:schemeClr val="bg1"/>
                </a:solidFill>
              </a:rPr>
              <a:t> </a:t>
            </a:r>
            <a:r>
              <a:rPr lang="en-US" b="1" dirty="0" err="1">
                <a:solidFill>
                  <a:schemeClr val="bg1"/>
                </a:solidFill>
              </a:rPr>
              <a:t>Utama</a:t>
            </a:r>
            <a:r>
              <a:rPr lang="en-US" b="1" dirty="0">
                <a:solidFill>
                  <a:schemeClr val="bg1"/>
                </a:solidFill>
              </a:rPr>
              <a:t>: Prof. Ir. Ade </a:t>
            </a:r>
            <a:r>
              <a:rPr lang="en-US" b="1" dirty="0" err="1">
                <a:solidFill>
                  <a:schemeClr val="bg1"/>
                </a:solidFill>
              </a:rPr>
              <a:t>Sjafruddin</a:t>
            </a:r>
            <a:r>
              <a:rPr lang="en-US" b="1" dirty="0">
                <a:solidFill>
                  <a:schemeClr val="bg1"/>
                </a:solidFill>
              </a:rPr>
              <a:t>, M.Sc., Ph.D.</a:t>
            </a:r>
          </a:p>
          <a:p>
            <a:r>
              <a:rPr lang="en-US" b="1" dirty="0" err="1">
                <a:solidFill>
                  <a:schemeClr val="bg1"/>
                </a:solidFill>
              </a:rPr>
              <a:t>Promotor</a:t>
            </a:r>
            <a:r>
              <a:rPr lang="en-US" b="1" dirty="0">
                <a:solidFill>
                  <a:schemeClr val="bg1"/>
                </a:solidFill>
              </a:rPr>
              <a:t> </a:t>
            </a:r>
            <a:r>
              <a:rPr lang="en-US" b="1" dirty="0" err="1">
                <a:solidFill>
                  <a:schemeClr val="bg1"/>
                </a:solidFill>
              </a:rPr>
              <a:t>Pendamping</a:t>
            </a:r>
            <a:r>
              <a:rPr lang="en-US" b="1" dirty="0">
                <a:solidFill>
                  <a:schemeClr val="bg1"/>
                </a:solidFill>
              </a:rPr>
              <a:t>: Dr. Ir. </a:t>
            </a:r>
            <a:r>
              <a:rPr lang="en-US" b="1" dirty="0" err="1">
                <a:solidFill>
                  <a:schemeClr val="bg1"/>
                </a:solidFill>
              </a:rPr>
              <a:t>Najid</a:t>
            </a:r>
            <a:r>
              <a:rPr lang="en-US" b="1" dirty="0">
                <a:solidFill>
                  <a:schemeClr val="bg1"/>
                </a:solidFill>
              </a:rPr>
              <a:t>, M.T.     </a:t>
            </a:r>
          </a:p>
          <a:p>
            <a:r>
              <a:rPr lang="en-US" b="1" dirty="0" err="1">
                <a:solidFill>
                  <a:srgbClr val="FF9900"/>
                </a:solidFill>
              </a:rPr>
              <a:t>Disusun</a:t>
            </a:r>
            <a:r>
              <a:rPr lang="en-US" b="1" dirty="0">
                <a:solidFill>
                  <a:srgbClr val="FF9900"/>
                </a:solidFill>
              </a:rPr>
              <a:t> </a:t>
            </a:r>
            <a:r>
              <a:rPr lang="en-US" b="1" dirty="0" err="1">
                <a:solidFill>
                  <a:srgbClr val="FF9900"/>
                </a:solidFill>
              </a:rPr>
              <a:t>oleh</a:t>
            </a:r>
            <a:r>
              <a:rPr lang="en-US" b="1" dirty="0">
                <a:solidFill>
                  <a:srgbClr val="FF9900"/>
                </a:solidFill>
              </a:rPr>
              <a:t>:</a:t>
            </a:r>
          </a:p>
          <a:p>
            <a:r>
              <a:rPr lang="en-US" b="1" dirty="0">
                <a:solidFill>
                  <a:schemeClr val="bg1"/>
                </a:solidFill>
              </a:rPr>
              <a:t>Tan Lie Ing 328161005</a:t>
            </a:r>
          </a:p>
          <a:p>
            <a:endParaRPr lang="en-US" dirty="0"/>
          </a:p>
        </p:txBody>
      </p:sp>
    </p:spTree>
    <p:extLst>
      <p:ext uri="{BB962C8B-B14F-4D97-AF65-F5344CB8AC3E}">
        <p14:creationId xmlns:p14="http://schemas.microsoft.com/office/powerpoint/2010/main" val="99508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sz="3200" b="1" dirty="0">
                <a:latin typeface="Arial" pitchFamily="34" charset="0"/>
                <a:cs typeface="Arial" pitchFamily="34" charset="0"/>
              </a:rPr>
              <a:t>LATAR BELAKANG</a:t>
            </a:r>
          </a:p>
        </p:txBody>
      </p:sp>
      <p:graphicFrame>
        <p:nvGraphicFramePr>
          <p:cNvPr id="4" name="Content Placeholder 3">
            <a:extLst>
              <a:ext uri="{FF2B5EF4-FFF2-40B4-BE49-F238E27FC236}">
                <a16:creationId xmlns:a16="http://schemas.microsoft.com/office/drawing/2014/main" id="{6AA1FD3F-2C03-EEFD-1D7D-99EE23D70498}"/>
              </a:ext>
            </a:extLst>
          </p:cNvPr>
          <p:cNvGraphicFramePr>
            <a:graphicFrameLocks noGrp="1"/>
          </p:cNvGraphicFramePr>
          <p:nvPr>
            <p:ph idx="1"/>
            <p:extLst>
              <p:ext uri="{D42A27DB-BD31-4B8C-83A1-F6EECF244321}">
                <p14:modId xmlns:p14="http://schemas.microsoft.com/office/powerpoint/2010/main" val="877748122"/>
              </p:ext>
            </p:extLst>
          </p:nvPr>
        </p:nvGraphicFramePr>
        <p:xfrm>
          <a:off x="-127716" y="662781"/>
          <a:ext cx="11641428" cy="50613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329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7CFFE-FF9F-3EB9-7B57-D704233B72EA}"/>
              </a:ext>
            </a:extLst>
          </p:cNvPr>
          <p:cNvSpPr>
            <a:spLocks noGrp="1"/>
          </p:cNvSpPr>
          <p:nvPr>
            <p:ph type="title"/>
          </p:nvPr>
        </p:nvSpPr>
        <p:spPr/>
        <p:txBody>
          <a:bodyPr/>
          <a:lstStyle/>
          <a:p>
            <a:r>
              <a:rPr lang="en-US" b="1" dirty="0"/>
              <a:t>METODOLOGI PENELITIAN</a:t>
            </a:r>
          </a:p>
        </p:txBody>
      </p:sp>
      <p:pic>
        <p:nvPicPr>
          <p:cNvPr id="5" name="Content Placeholder 4" descr="Gears">
            <a:extLst>
              <a:ext uri="{FF2B5EF4-FFF2-40B4-BE49-F238E27FC236}">
                <a16:creationId xmlns:a16="http://schemas.microsoft.com/office/drawing/2014/main" id="{A3A086AA-FE6F-59EE-D7B0-6CF482A40C1A}"/>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011528" y="2158989"/>
            <a:ext cx="914400" cy="914400"/>
          </a:xfrm>
        </p:spPr>
      </p:pic>
      <p:sp>
        <p:nvSpPr>
          <p:cNvPr id="6" name="Rectangle 5">
            <a:extLst>
              <a:ext uri="{FF2B5EF4-FFF2-40B4-BE49-F238E27FC236}">
                <a16:creationId xmlns:a16="http://schemas.microsoft.com/office/drawing/2014/main" id="{F1807DE7-B5F1-E50F-284A-D846C140A951}"/>
              </a:ext>
            </a:extLst>
          </p:cNvPr>
          <p:cNvSpPr/>
          <p:nvPr/>
        </p:nvSpPr>
        <p:spPr>
          <a:xfrm>
            <a:off x="2099256" y="1690688"/>
            <a:ext cx="3996744" cy="185100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id-ID" sz="1800" dirty="0">
                <a:effectLst/>
                <a:latin typeface="Times New Roman" panose="02020603050405020304" pitchFamily="18" charset="0"/>
                <a:ea typeface="Times New Roman" panose="02020603050405020304" pitchFamily="18" charset="0"/>
              </a:rPr>
              <a:t>Penelitian ini menggunakan desain kuantitatif dengan pendekatan survei untuk mengkaji dampak Trans Metro Bandung, Trans Metro Pasundan, dan Light Rail Transit (LRT) terhadap pemilihan moda komuter di wilayah Cimahi</a:t>
            </a:r>
            <a:endParaRPr lang="en-US" dirty="0"/>
          </a:p>
        </p:txBody>
      </p:sp>
      <p:sp>
        <p:nvSpPr>
          <p:cNvPr id="7" name="Speech Bubble: Oval 6">
            <a:extLst>
              <a:ext uri="{FF2B5EF4-FFF2-40B4-BE49-F238E27FC236}">
                <a16:creationId xmlns:a16="http://schemas.microsoft.com/office/drawing/2014/main" id="{903681EF-22FF-C110-C48A-F927F8A6F0EF}"/>
              </a:ext>
            </a:extLst>
          </p:cNvPr>
          <p:cNvSpPr/>
          <p:nvPr/>
        </p:nvSpPr>
        <p:spPr>
          <a:xfrm>
            <a:off x="6096000" y="969471"/>
            <a:ext cx="4959976" cy="1442434"/>
          </a:xfrm>
          <a:prstGeom prst="wedgeEllipse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id-ID" sz="1800" dirty="0">
                <a:effectLst/>
                <a:latin typeface="Times New Roman" panose="02020603050405020304" pitchFamily="18" charset="0"/>
                <a:ea typeface="Times New Roman" panose="02020603050405020304" pitchFamily="18" charset="0"/>
              </a:rPr>
              <a:t>Desain kuantitatif dipilih karena kemampuannya dalam memberikan gambaran yang jelas dan terukur mengenai fenomena yang diteliti.</a:t>
            </a:r>
            <a:endParaRPr lang="en-US" dirty="0"/>
          </a:p>
        </p:txBody>
      </p:sp>
      <p:pic>
        <p:nvPicPr>
          <p:cNvPr id="10" name="Graphic 9" descr="Questions">
            <a:extLst>
              <a:ext uri="{FF2B5EF4-FFF2-40B4-BE49-F238E27FC236}">
                <a16:creationId xmlns:a16="http://schemas.microsoft.com/office/drawing/2014/main" id="{867700DE-8777-872D-70F2-471188E4753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25144" y="4053626"/>
            <a:ext cx="914400" cy="914400"/>
          </a:xfrm>
          <a:prstGeom prst="rect">
            <a:avLst/>
          </a:prstGeom>
        </p:spPr>
      </p:pic>
      <p:sp>
        <p:nvSpPr>
          <p:cNvPr id="11" name="Rectangle 10">
            <a:extLst>
              <a:ext uri="{FF2B5EF4-FFF2-40B4-BE49-F238E27FC236}">
                <a16:creationId xmlns:a16="http://schemas.microsoft.com/office/drawing/2014/main" id="{C1E29CB3-D96D-C5DF-F5DE-E65C3B05C199}"/>
              </a:ext>
            </a:extLst>
          </p:cNvPr>
          <p:cNvSpPr/>
          <p:nvPr/>
        </p:nvSpPr>
        <p:spPr>
          <a:xfrm>
            <a:off x="3539544" y="3737468"/>
            <a:ext cx="3996744" cy="185100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id-ID" sz="1800" dirty="0">
                <a:effectLst/>
                <a:latin typeface="Times New Roman" panose="02020603050405020304" pitchFamily="18" charset="0"/>
                <a:ea typeface="Times New Roman" panose="02020603050405020304" pitchFamily="18" charset="0"/>
              </a:rPr>
              <a:t>Dalam penelitian ini, populasi yang menjadi objek kajian adalah pengguna transportasi umum di wilayah Cimahi</a:t>
            </a:r>
            <a:r>
              <a:rPr lang="en-US" sz="1800" dirty="0">
                <a:effectLst/>
                <a:latin typeface="Times New Roman" panose="02020603050405020304" pitchFamily="18" charset="0"/>
                <a:ea typeface="Times New Roman" panose="02020603050405020304" pitchFamily="18" charset="0"/>
              </a:rPr>
              <a:t>. </a:t>
            </a:r>
            <a:r>
              <a:rPr lang="id-ID" sz="1800" dirty="0">
                <a:effectLst/>
                <a:latin typeface="Times New Roman" panose="02020603050405020304" pitchFamily="18" charset="0"/>
                <a:ea typeface="Times New Roman" panose="02020603050405020304" pitchFamily="18" charset="0"/>
              </a:rPr>
              <a:t>Teknik pengambilan sampel yang digunakan adalah stratified random sampling.</a:t>
            </a:r>
            <a:endParaRPr lang="en-US" dirty="0"/>
          </a:p>
        </p:txBody>
      </p:sp>
      <p:sp>
        <p:nvSpPr>
          <p:cNvPr id="12" name="Callout: Bent Line with Accent Bar 11">
            <a:extLst>
              <a:ext uri="{FF2B5EF4-FFF2-40B4-BE49-F238E27FC236}">
                <a16:creationId xmlns:a16="http://schemas.microsoft.com/office/drawing/2014/main" id="{F087BB8D-7BB2-B530-E17F-613B7A596A59}"/>
              </a:ext>
            </a:extLst>
          </p:cNvPr>
          <p:cNvSpPr/>
          <p:nvPr/>
        </p:nvSpPr>
        <p:spPr>
          <a:xfrm>
            <a:off x="8647627" y="3429000"/>
            <a:ext cx="2408349" cy="1310425"/>
          </a:xfrm>
          <a:prstGeom prst="accentCallout2">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id-ID" sz="1800" dirty="0">
                <a:effectLst/>
                <a:latin typeface="Times New Roman" panose="02020603050405020304" pitchFamily="18" charset="0"/>
                <a:ea typeface="Times New Roman" panose="02020603050405020304" pitchFamily="18" charset="0"/>
              </a:rPr>
              <a:t>Sampel yang dipilih sebanyak 400 responden </a:t>
            </a:r>
            <a:endParaRPr lang="en-US" dirty="0"/>
          </a:p>
        </p:txBody>
      </p:sp>
    </p:spTree>
    <p:extLst>
      <p:ext uri="{BB962C8B-B14F-4D97-AF65-F5344CB8AC3E}">
        <p14:creationId xmlns:p14="http://schemas.microsoft.com/office/powerpoint/2010/main" val="2369129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BF15C06-FA81-7046-1527-8E58CE985A74}"/>
              </a:ext>
            </a:extLst>
          </p:cNvPr>
          <p:cNvGraphicFramePr>
            <a:graphicFrameLocks noGrp="1"/>
          </p:cNvGraphicFramePr>
          <p:nvPr>
            <p:ph idx="1"/>
            <p:extLst>
              <p:ext uri="{D42A27DB-BD31-4B8C-83A1-F6EECF244321}">
                <p14:modId xmlns:p14="http://schemas.microsoft.com/office/powerpoint/2010/main" val="3399073494"/>
              </p:ext>
            </p:extLst>
          </p:nvPr>
        </p:nvGraphicFramePr>
        <p:xfrm>
          <a:off x="838200" y="743800"/>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9776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BF15C06-FA81-7046-1527-8E58CE985A74}"/>
              </a:ext>
            </a:extLst>
          </p:cNvPr>
          <p:cNvGraphicFramePr>
            <a:graphicFrameLocks noGrp="1"/>
          </p:cNvGraphicFramePr>
          <p:nvPr>
            <p:ph idx="1"/>
            <p:extLst>
              <p:ext uri="{D42A27DB-BD31-4B8C-83A1-F6EECF244321}">
                <p14:modId xmlns:p14="http://schemas.microsoft.com/office/powerpoint/2010/main" val="672010804"/>
              </p:ext>
            </p:extLst>
          </p:nvPr>
        </p:nvGraphicFramePr>
        <p:xfrm>
          <a:off x="838200" y="743800"/>
          <a:ext cx="10515600" cy="23857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Content Placeholder 3">
            <a:extLst>
              <a:ext uri="{FF2B5EF4-FFF2-40B4-BE49-F238E27FC236}">
                <a16:creationId xmlns:a16="http://schemas.microsoft.com/office/drawing/2014/main" id="{8B087726-CBFA-456E-F338-47B0DC54D9B6}"/>
              </a:ext>
            </a:extLst>
          </p:cNvPr>
          <p:cNvGraphicFramePr>
            <a:graphicFrameLocks/>
          </p:cNvGraphicFramePr>
          <p:nvPr>
            <p:extLst>
              <p:ext uri="{D42A27DB-BD31-4B8C-83A1-F6EECF244321}">
                <p14:modId xmlns:p14="http://schemas.microsoft.com/office/powerpoint/2010/main" val="2604882055"/>
              </p:ext>
            </p:extLst>
          </p:nvPr>
        </p:nvGraphicFramePr>
        <p:xfrm>
          <a:off x="838200" y="2828031"/>
          <a:ext cx="10515600" cy="238576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38300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BF15C06-FA81-7046-1527-8E58CE985A74}"/>
              </a:ext>
            </a:extLst>
          </p:cNvPr>
          <p:cNvGraphicFramePr>
            <a:graphicFrameLocks noGrp="1"/>
          </p:cNvGraphicFramePr>
          <p:nvPr>
            <p:ph idx="1"/>
            <p:extLst>
              <p:ext uri="{D42A27DB-BD31-4B8C-83A1-F6EECF244321}">
                <p14:modId xmlns:p14="http://schemas.microsoft.com/office/powerpoint/2010/main" val="3248243032"/>
              </p:ext>
            </p:extLst>
          </p:nvPr>
        </p:nvGraphicFramePr>
        <p:xfrm>
          <a:off x="838200" y="743800"/>
          <a:ext cx="10515600" cy="23857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Content Placeholder 3">
            <a:extLst>
              <a:ext uri="{FF2B5EF4-FFF2-40B4-BE49-F238E27FC236}">
                <a16:creationId xmlns:a16="http://schemas.microsoft.com/office/drawing/2014/main" id="{8B087726-CBFA-456E-F338-47B0DC54D9B6}"/>
              </a:ext>
            </a:extLst>
          </p:cNvPr>
          <p:cNvGraphicFramePr>
            <a:graphicFrameLocks/>
          </p:cNvGraphicFramePr>
          <p:nvPr>
            <p:extLst>
              <p:ext uri="{D42A27DB-BD31-4B8C-83A1-F6EECF244321}">
                <p14:modId xmlns:p14="http://schemas.microsoft.com/office/powerpoint/2010/main" val="1465127466"/>
              </p:ext>
            </p:extLst>
          </p:nvPr>
        </p:nvGraphicFramePr>
        <p:xfrm>
          <a:off x="838200" y="2828031"/>
          <a:ext cx="10515600" cy="238576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85010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1611B57-0347-D506-F917-7EF59DC43BC5}"/>
              </a:ext>
            </a:extLst>
          </p:cNvPr>
          <p:cNvGraphicFramePr>
            <a:graphicFrameLocks noGrp="1"/>
          </p:cNvGraphicFramePr>
          <p:nvPr>
            <p:ph idx="1"/>
            <p:extLst>
              <p:ext uri="{D42A27DB-BD31-4B8C-83A1-F6EECF244321}">
                <p14:modId xmlns:p14="http://schemas.microsoft.com/office/powerpoint/2010/main" val="2423198070"/>
              </p:ext>
            </p:extLst>
          </p:nvPr>
        </p:nvGraphicFramePr>
        <p:xfrm>
          <a:off x="838200" y="102713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2745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1611B57-0347-D506-F917-7EF59DC43BC5}"/>
              </a:ext>
            </a:extLst>
          </p:cNvPr>
          <p:cNvGraphicFramePr>
            <a:graphicFrameLocks noGrp="1"/>
          </p:cNvGraphicFramePr>
          <p:nvPr>
            <p:ph idx="1"/>
            <p:extLst>
              <p:ext uri="{D42A27DB-BD31-4B8C-83A1-F6EECF244321}">
                <p14:modId xmlns:p14="http://schemas.microsoft.com/office/powerpoint/2010/main" val="1395958614"/>
              </p:ext>
            </p:extLst>
          </p:nvPr>
        </p:nvGraphicFramePr>
        <p:xfrm>
          <a:off x="838200" y="102713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1070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1611B57-0347-D506-F917-7EF59DC43BC5}"/>
              </a:ext>
            </a:extLst>
          </p:cNvPr>
          <p:cNvGraphicFramePr>
            <a:graphicFrameLocks noGrp="1"/>
          </p:cNvGraphicFramePr>
          <p:nvPr>
            <p:ph idx="1"/>
            <p:extLst>
              <p:ext uri="{D42A27DB-BD31-4B8C-83A1-F6EECF244321}">
                <p14:modId xmlns:p14="http://schemas.microsoft.com/office/powerpoint/2010/main" val="3955675525"/>
              </p:ext>
            </p:extLst>
          </p:nvPr>
        </p:nvGraphicFramePr>
        <p:xfrm>
          <a:off x="838200" y="102713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6522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0E57B-0D8A-C933-1052-170FFF3D4A8E}"/>
              </a:ext>
            </a:extLst>
          </p:cNvPr>
          <p:cNvSpPr>
            <a:spLocks noGrp="1"/>
          </p:cNvSpPr>
          <p:nvPr>
            <p:ph type="title"/>
          </p:nvPr>
        </p:nvSpPr>
        <p:spPr/>
        <p:txBody>
          <a:bodyPr/>
          <a:lstStyle/>
          <a:p>
            <a:r>
              <a:rPr lang="en-US" dirty="0" err="1"/>
              <a:t>Pertanyaan</a:t>
            </a:r>
            <a:r>
              <a:rPr lang="en-US" dirty="0"/>
              <a:t> </a:t>
            </a:r>
          </a:p>
        </p:txBody>
      </p:sp>
      <p:graphicFrame>
        <p:nvGraphicFramePr>
          <p:cNvPr id="4" name="Content Placeholder 3">
            <a:extLst>
              <a:ext uri="{FF2B5EF4-FFF2-40B4-BE49-F238E27FC236}">
                <a16:creationId xmlns:a16="http://schemas.microsoft.com/office/drawing/2014/main" id="{83F7F300-D0D3-1838-A32E-784A246D7EB6}"/>
              </a:ext>
            </a:extLst>
          </p:cNvPr>
          <p:cNvGraphicFramePr>
            <a:graphicFrameLocks noGrp="1"/>
          </p:cNvGraphicFramePr>
          <p:nvPr>
            <p:ph idx="1"/>
            <p:extLst>
              <p:ext uri="{D42A27DB-BD31-4B8C-83A1-F6EECF244321}">
                <p14:modId xmlns:p14="http://schemas.microsoft.com/office/powerpoint/2010/main" val="3839964776"/>
              </p:ext>
            </p:extLst>
          </p:nvPr>
        </p:nvGraphicFramePr>
        <p:xfrm>
          <a:off x="709411" y="898346"/>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8237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0E57B-0D8A-C933-1052-170FFF3D4A8E}"/>
              </a:ext>
            </a:extLst>
          </p:cNvPr>
          <p:cNvSpPr>
            <a:spLocks noGrp="1"/>
          </p:cNvSpPr>
          <p:nvPr>
            <p:ph type="title"/>
          </p:nvPr>
        </p:nvSpPr>
        <p:spPr/>
        <p:txBody>
          <a:bodyPr/>
          <a:lstStyle/>
          <a:p>
            <a:r>
              <a:rPr lang="en-US" dirty="0" err="1"/>
              <a:t>Pertanyaan</a:t>
            </a:r>
            <a:r>
              <a:rPr lang="en-US" dirty="0"/>
              <a:t> </a:t>
            </a:r>
          </a:p>
        </p:txBody>
      </p:sp>
      <p:graphicFrame>
        <p:nvGraphicFramePr>
          <p:cNvPr id="4" name="Content Placeholder 3">
            <a:extLst>
              <a:ext uri="{FF2B5EF4-FFF2-40B4-BE49-F238E27FC236}">
                <a16:creationId xmlns:a16="http://schemas.microsoft.com/office/drawing/2014/main" id="{83F7F300-D0D3-1838-A32E-784A246D7EB6}"/>
              </a:ext>
            </a:extLst>
          </p:cNvPr>
          <p:cNvGraphicFramePr>
            <a:graphicFrameLocks noGrp="1"/>
          </p:cNvGraphicFramePr>
          <p:nvPr>
            <p:ph idx="1"/>
            <p:extLst>
              <p:ext uri="{D42A27DB-BD31-4B8C-83A1-F6EECF244321}">
                <p14:modId xmlns:p14="http://schemas.microsoft.com/office/powerpoint/2010/main" val="108924865"/>
              </p:ext>
            </p:extLst>
          </p:nvPr>
        </p:nvGraphicFramePr>
        <p:xfrm>
          <a:off x="709411" y="898346"/>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22964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0E57B-0D8A-C933-1052-170FFF3D4A8E}"/>
              </a:ext>
            </a:extLst>
          </p:cNvPr>
          <p:cNvSpPr>
            <a:spLocks noGrp="1"/>
          </p:cNvSpPr>
          <p:nvPr>
            <p:ph type="title"/>
          </p:nvPr>
        </p:nvSpPr>
        <p:spPr/>
        <p:txBody>
          <a:bodyPr/>
          <a:lstStyle/>
          <a:p>
            <a:r>
              <a:rPr lang="en-US" dirty="0" err="1"/>
              <a:t>Pertanyaan</a:t>
            </a:r>
            <a:r>
              <a:rPr lang="en-US" dirty="0"/>
              <a:t> </a:t>
            </a:r>
          </a:p>
        </p:txBody>
      </p:sp>
      <p:graphicFrame>
        <p:nvGraphicFramePr>
          <p:cNvPr id="4" name="Content Placeholder 3">
            <a:extLst>
              <a:ext uri="{FF2B5EF4-FFF2-40B4-BE49-F238E27FC236}">
                <a16:creationId xmlns:a16="http://schemas.microsoft.com/office/drawing/2014/main" id="{83F7F300-D0D3-1838-A32E-784A246D7EB6}"/>
              </a:ext>
            </a:extLst>
          </p:cNvPr>
          <p:cNvGraphicFramePr>
            <a:graphicFrameLocks noGrp="1"/>
          </p:cNvGraphicFramePr>
          <p:nvPr>
            <p:ph idx="1"/>
            <p:extLst>
              <p:ext uri="{D42A27DB-BD31-4B8C-83A1-F6EECF244321}">
                <p14:modId xmlns:p14="http://schemas.microsoft.com/office/powerpoint/2010/main" val="2136090146"/>
              </p:ext>
            </p:extLst>
          </p:nvPr>
        </p:nvGraphicFramePr>
        <p:xfrm>
          <a:off x="696532" y="9985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3">
            <a:extLst>
              <a:ext uri="{FF2B5EF4-FFF2-40B4-BE49-F238E27FC236}">
                <a16:creationId xmlns:a16="http://schemas.microsoft.com/office/drawing/2014/main" id="{93EF57CC-931F-F1DB-A215-04ED0182249E}"/>
              </a:ext>
            </a:extLst>
          </p:cNvPr>
          <p:cNvGraphicFramePr>
            <a:graphicFrameLocks/>
          </p:cNvGraphicFramePr>
          <p:nvPr>
            <p:extLst>
              <p:ext uri="{D42A27DB-BD31-4B8C-83A1-F6EECF244321}">
                <p14:modId xmlns:p14="http://schemas.microsoft.com/office/powerpoint/2010/main" val="590778321"/>
              </p:ext>
            </p:extLst>
          </p:nvPr>
        </p:nvGraphicFramePr>
        <p:xfrm>
          <a:off x="767366" y="2275524"/>
          <a:ext cx="1051560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519491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52E91A4-4CA4-BDB6-614D-E49B005FC729}"/>
              </a:ext>
            </a:extLst>
          </p:cNvPr>
          <p:cNvGraphicFramePr>
            <a:graphicFrameLocks noGrp="1"/>
          </p:cNvGraphicFramePr>
          <p:nvPr>
            <p:ph idx="1"/>
            <p:extLst>
              <p:ext uri="{D42A27DB-BD31-4B8C-83A1-F6EECF244321}">
                <p14:modId xmlns:p14="http://schemas.microsoft.com/office/powerpoint/2010/main" val="1887142404"/>
              </p:ext>
            </p:extLst>
          </p:nvPr>
        </p:nvGraphicFramePr>
        <p:xfrm>
          <a:off x="709411" y="1091529"/>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6539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3D12E-4A5C-194E-D734-A7D58D529B5C}"/>
              </a:ext>
            </a:extLst>
          </p:cNvPr>
          <p:cNvSpPr>
            <a:spLocks noGrp="1"/>
          </p:cNvSpPr>
          <p:nvPr>
            <p:ph type="title"/>
          </p:nvPr>
        </p:nvSpPr>
        <p:spPr/>
        <p:txBody>
          <a:bodyPr/>
          <a:lstStyle/>
          <a:p>
            <a:r>
              <a:rPr lang="en-US" b="1" dirty="0"/>
              <a:t>Output dan </a:t>
            </a:r>
            <a:r>
              <a:rPr lang="en-US" b="1" dirty="0" err="1"/>
              <a:t>Pembahasan</a:t>
            </a:r>
            <a:endParaRPr lang="en-US" b="1" dirty="0"/>
          </a:p>
        </p:txBody>
      </p:sp>
      <p:graphicFrame>
        <p:nvGraphicFramePr>
          <p:cNvPr id="4" name="Content Placeholder 3">
            <a:extLst>
              <a:ext uri="{FF2B5EF4-FFF2-40B4-BE49-F238E27FC236}">
                <a16:creationId xmlns:a16="http://schemas.microsoft.com/office/drawing/2014/main" id="{63EE6A16-0388-F640-1D7E-563B27D305D7}"/>
              </a:ext>
            </a:extLst>
          </p:cNvPr>
          <p:cNvGraphicFramePr>
            <a:graphicFrameLocks noGrp="1"/>
          </p:cNvGraphicFramePr>
          <p:nvPr>
            <p:ph idx="1"/>
            <p:extLst>
              <p:ext uri="{D42A27DB-BD31-4B8C-83A1-F6EECF244321}">
                <p14:modId xmlns:p14="http://schemas.microsoft.com/office/powerpoint/2010/main" val="1010953002"/>
              </p:ext>
            </p:extLst>
          </p:nvPr>
        </p:nvGraphicFramePr>
        <p:xfrm>
          <a:off x="1049389" y="1580261"/>
          <a:ext cx="6690816" cy="2953101"/>
        </p:xfrm>
        <a:graphic>
          <a:graphicData uri="http://schemas.openxmlformats.org/drawingml/2006/table">
            <a:tbl>
              <a:tblPr firstRow="1" firstCol="1" bandRow="1">
                <a:tableStyleId>{5C22544A-7EE6-4342-B048-85BDC9FD1C3A}</a:tableStyleId>
              </a:tblPr>
              <a:tblGrid>
                <a:gridCol w="1115136">
                  <a:extLst>
                    <a:ext uri="{9D8B030D-6E8A-4147-A177-3AD203B41FA5}">
                      <a16:colId xmlns:a16="http://schemas.microsoft.com/office/drawing/2014/main" val="2009100534"/>
                    </a:ext>
                  </a:extLst>
                </a:gridCol>
                <a:gridCol w="1115136">
                  <a:extLst>
                    <a:ext uri="{9D8B030D-6E8A-4147-A177-3AD203B41FA5}">
                      <a16:colId xmlns:a16="http://schemas.microsoft.com/office/drawing/2014/main" val="745935735"/>
                    </a:ext>
                  </a:extLst>
                </a:gridCol>
                <a:gridCol w="1115136">
                  <a:extLst>
                    <a:ext uri="{9D8B030D-6E8A-4147-A177-3AD203B41FA5}">
                      <a16:colId xmlns:a16="http://schemas.microsoft.com/office/drawing/2014/main" val="3467712784"/>
                    </a:ext>
                  </a:extLst>
                </a:gridCol>
                <a:gridCol w="1115136">
                  <a:extLst>
                    <a:ext uri="{9D8B030D-6E8A-4147-A177-3AD203B41FA5}">
                      <a16:colId xmlns:a16="http://schemas.microsoft.com/office/drawing/2014/main" val="4141639612"/>
                    </a:ext>
                  </a:extLst>
                </a:gridCol>
                <a:gridCol w="1115136">
                  <a:extLst>
                    <a:ext uri="{9D8B030D-6E8A-4147-A177-3AD203B41FA5}">
                      <a16:colId xmlns:a16="http://schemas.microsoft.com/office/drawing/2014/main" val="119436346"/>
                    </a:ext>
                  </a:extLst>
                </a:gridCol>
                <a:gridCol w="1115136">
                  <a:extLst>
                    <a:ext uri="{9D8B030D-6E8A-4147-A177-3AD203B41FA5}">
                      <a16:colId xmlns:a16="http://schemas.microsoft.com/office/drawing/2014/main" val="354692254"/>
                    </a:ext>
                  </a:extLst>
                </a:gridCol>
              </a:tblGrid>
              <a:tr h="366286">
                <a:tc>
                  <a:txBody>
                    <a:bodyPr/>
                    <a:lstStyle/>
                    <a:p>
                      <a:pPr marL="0" marR="0" algn="ctr">
                        <a:lnSpc>
                          <a:spcPct val="115000"/>
                        </a:lnSpc>
                        <a:spcBef>
                          <a:spcPts val="0"/>
                        </a:spcBef>
                        <a:spcAft>
                          <a:spcPts val="0"/>
                        </a:spcAft>
                      </a:pPr>
                      <a:r>
                        <a:rPr lang="id-ID" sz="1100">
                          <a:effectLst/>
                        </a:rPr>
                        <a:t>Variables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Obs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Mean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Std. Dev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Min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Max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72269869"/>
                  </a:ext>
                </a:extLst>
              </a:tr>
              <a:tr h="366286">
                <a:tc>
                  <a:txBody>
                    <a:bodyPr/>
                    <a:lstStyle/>
                    <a:p>
                      <a:pPr marL="0" marR="0" algn="ctr">
                        <a:lnSpc>
                          <a:spcPct val="115000"/>
                        </a:lnSpc>
                        <a:spcBef>
                          <a:spcPts val="0"/>
                        </a:spcBef>
                        <a:spcAft>
                          <a:spcPts val="0"/>
                        </a:spcAft>
                      </a:pPr>
                      <a:r>
                        <a:rPr lang="id-ID" sz="1100">
                          <a:effectLst/>
                        </a:rPr>
                        <a:t>Pilihan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2.2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0.886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4277704"/>
                  </a:ext>
                </a:extLst>
              </a:tr>
              <a:tr h="366286">
                <a:tc>
                  <a:txBody>
                    <a:bodyPr/>
                    <a:lstStyle/>
                    <a:p>
                      <a:pPr marL="0" marR="0" algn="ctr">
                        <a:lnSpc>
                          <a:spcPct val="115000"/>
                        </a:lnSpc>
                        <a:spcBef>
                          <a:spcPts val="0"/>
                        </a:spcBef>
                        <a:spcAft>
                          <a:spcPts val="0"/>
                        </a:spcAft>
                      </a:pPr>
                      <a:r>
                        <a:rPr lang="id-ID" sz="1100">
                          <a:effectLst/>
                        </a:rPr>
                        <a:t>Waktu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4.13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0.776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53307409"/>
                  </a:ext>
                </a:extLst>
              </a:tr>
              <a:tr h="366286">
                <a:tc>
                  <a:txBody>
                    <a:bodyPr/>
                    <a:lstStyle/>
                    <a:p>
                      <a:pPr marL="0" marR="0" algn="ctr">
                        <a:lnSpc>
                          <a:spcPct val="115000"/>
                        </a:lnSpc>
                        <a:spcBef>
                          <a:spcPts val="0"/>
                        </a:spcBef>
                        <a:spcAft>
                          <a:spcPts val="0"/>
                        </a:spcAft>
                      </a:pPr>
                      <a:r>
                        <a:rPr lang="id-ID" sz="1100">
                          <a:effectLst/>
                        </a:rPr>
                        <a:t>Biaya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dirty="0">
                          <a:effectLst/>
                        </a:rPr>
                        <a:t>4.36</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0.808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7915883"/>
                  </a:ext>
                </a:extLst>
              </a:tr>
              <a:tr h="755385">
                <a:tc>
                  <a:txBody>
                    <a:bodyPr/>
                    <a:lstStyle/>
                    <a:p>
                      <a:pPr marL="0" marR="0" algn="ctr">
                        <a:lnSpc>
                          <a:spcPct val="115000"/>
                        </a:lnSpc>
                        <a:spcBef>
                          <a:spcPts val="0"/>
                        </a:spcBef>
                        <a:spcAft>
                          <a:spcPts val="0"/>
                        </a:spcAft>
                      </a:pPr>
                      <a:r>
                        <a:rPr lang="id-ID" sz="1100">
                          <a:effectLst/>
                        </a:rPr>
                        <a:t>Kenyamanan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4.13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0.730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5035651"/>
                  </a:ext>
                </a:extLst>
              </a:tr>
              <a:tr h="366286">
                <a:tc>
                  <a:txBody>
                    <a:bodyPr/>
                    <a:lstStyle/>
                    <a:p>
                      <a:pPr marL="0" marR="0" algn="ctr">
                        <a:lnSpc>
                          <a:spcPct val="115000"/>
                        </a:lnSpc>
                        <a:spcBef>
                          <a:spcPts val="0"/>
                        </a:spcBef>
                        <a:spcAft>
                          <a:spcPts val="0"/>
                        </a:spcAft>
                      </a:pPr>
                      <a:r>
                        <a:rPr lang="id-ID" sz="1100">
                          <a:effectLst/>
                        </a:rPr>
                        <a:t>Aksesbilitas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dirty="0">
                          <a:effectLst/>
                        </a:rPr>
                        <a:t>30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4.43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dirty="0">
                          <a:effectLst/>
                        </a:rPr>
                        <a:t>0.626</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99605377"/>
                  </a:ext>
                </a:extLst>
              </a:tr>
              <a:tr h="366286">
                <a:tc>
                  <a:txBody>
                    <a:bodyPr/>
                    <a:lstStyle/>
                    <a:p>
                      <a:pPr marL="0" marR="0" algn="ctr">
                        <a:lnSpc>
                          <a:spcPct val="115000"/>
                        </a:lnSpc>
                        <a:spcBef>
                          <a:spcPts val="0"/>
                        </a:spcBef>
                        <a:spcAft>
                          <a:spcPts val="0"/>
                        </a:spcAft>
                      </a:pPr>
                      <a:r>
                        <a:rPr lang="id-ID" sz="1100">
                          <a:effectLst/>
                        </a:rPr>
                        <a:t>Keamanan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4.23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0.727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dirty="0">
                          <a:effectLst/>
                        </a:rPr>
                        <a:t>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5590057"/>
                  </a:ext>
                </a:extLst>
              </a:tr>
            </a:tbl>
          </a:graphicData>
        </a:graphic>
      </p:graphicFrame>
      <p:sp>
        <p:nvSpPr>
          <p:cNvPr id="5" name="Callout: Bent Line with Accent Bar 4">
            <a:extLst>
              <a:ext uri="{FF2B5EF4-FFF2-40B4-BE49-F238E27FC236}">
                <a16:creationId xmlns:a16="http://schemas.microsoft.com/office/drawing/2014/main" id="{1738D134-4AF1-AFBC-66C8-81D9B9A63C2F}"/>
              </a:ext>
            </a:extLst>
          </p:cNvPr>
          <p:cNvSpPr/>
          <p:nvPr/>
        </p:nvSpPr>
        <p:spPr>
          <a:xfrm>
            <a:off x="8796270" y="2446022"/>
            <a:ext cx="2228045" cy="610789"/>
          </a:xfrm>
          <a:prstGeom prst="accentCallout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id-ID" sz="1800" b="1" dirty="0">
                <a:effectLst/>
                <a:latin typeface="Calibri" panose="020F0502020204030204" pitchFamily="34" charset="0"/>
                <a:ea typeface="Calibri" panose="020F0502020204030204" pitchFamily="34" charset="0"/>
                <a:cs typeface="Times New Roman" panose="02020603050405020304" pitchFamily="18" charset="0"/>
              </a:rPr>
              <a:t>Statistik Deskriptif Kuesioner Bagian 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dirty="0"/>
          </a:p>
        </p:txBody>
      </p:sp>
    </p:spTree>
    <p:extLst>
      <p:ext uri="{BB962C8B-B14F-4D97-AF65-F5344CB8AC3E}">
        <p14:creationId xmlns:p14="http://schemas.microsoft.com/office/powerpoint/2010/main" val="3613790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61883545-B49A-B878-7F32-C79DDA88A12D}"/>
              </a:ext>
            </a:extLst>
          </p:cNvPr>
          <p:cNvGraphicFramePr>
            <a:graphicFrameLocks noGrp="1"/>
          </p:cNvGraphicFramePr>
          <p:nvPr>
            <p:ph idx="1"/>
            <p:extLst>
              <p:ext uri="{D42A27DB-BD31-4B8C-83A1-F6EECF244321}">
                <p14:modId xmlns:p14="http://schemas.microsoft.com/office/powerpoint/2010/main" val="2126546602"/>
              </p:ext>
            </p:extLst>
          </p:nvPr>
        </p:nvGraphicFramePr>
        <p:xfrm>
          <a:off x="838200" y="742309"/>
          <a:ext cx="4181474" cy="1318895"/>
        </p:xfrm>
        <a:graphic>
          <a:graphicData uri="http://schemas.openxmlformats.org/drawingml/2006/table">
            <a:tbl>
              <a:tblPr firstRow="1" firstCol="1" bandRow="1">
                <a:tableStyleId>{5C22544A-7EE6-4342-B048-85BDC9FD1C3A}</a:tableStyleId>
              </a:tblPr>
              <a:tblGrid>
                <a:gridCol w="987848">
                  <a:extLst>
                    <a:ext uri="{9D8B030D-6E8A-4147-A177-3AD203B41FA5}">
                      <a16:colId xmlns:a16="http://schemas.microsoft.com/office/drawing/2014/main" val="866481774"/>
                    </a:ext>
                  </a:extLst>
                </a:gridCol>
                <a:gridCol w="987848">
                  <a:extLst>
                    <a:ext uri="{9D8B030D-6E8A-4147-A177-3AD203B41FA5}">
                      <a16:colId xmlns:a16="http://schemas.microsoft.com/office/drawing/2014/main" val="792774956"/>
                    </a:ext>
                  </a:extLst>
                </a:gridCol>
                <a:gridCol w="987848">
                  <a:extLst>
                    <a:ext uri="{9D8B030D-6E8A-4147-A177-3AD203B41FA5}">
                      <a16:colId xmlns:a16="http://schemas.microsoft.com/office/drawing/2014/main" val="414622403"/>
                    </a:ext>
                  </a:extLst>
                </a:gridCol>
                <a:gridCol w="1217930">
                  <a:extLst>
                    <a:ext uri="{9D8B030D-6E8A-4147-A177-3AD203B41FA5}">
                      <a16:colId xmlns:a16="http://schemas.microsoft.com/office/drawing/2014/main" val="4177998039"/>
                    </a:ext>
                  </a:extLst>
                </a:gridCol>
              </a:tblGrid>
              <a:tr h="186690">
                <a:tc>
                  <a:txBody>
                    <a:bodyPr/>
                    <a:lstStyle/>
                    <a:p>
                      <a:pPr marL="0" marR="0" algn="ctr">
                        <a:lnSpc>
                          <a:spcPct val="115000"/>
                        </a:lnSpc>
                        <a:spcBef>
                          <a:spcPts val="0"/>
                        </a:spcBef>
                        <a:spcAft>
                          <a:spcPts val="0"/>
                        </a:spcAft>
                      </a:pPr>
                      <a:r>
                        <a:rPr lang="id-ID" sz="1100">
                          <a:effectLst/>
                        </a:rPr>
                        <a:t>Usia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Freq.</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Percent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dirty="0">
                          <a:effectLst/>
                        </a:rPr>
                        <a:t>Cumulative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6623975"/>
                  </a:ext>
                </a:extLst>
              </a:tr>
              <a:tr h="186690">
                <a:tc>
                  <a:txBody>
                    <a:bodyPr/>
                    <a:lstStyle/>
                    <a:p>
                      <a:pPr marL="0" marR="0" algn="ctr">
                        <a:lnSpc>
                          <a:spcPct val="115000"/>
                        </a:lnSpc>
                        <a:spcBef>
                          <a:spcPts val="0"/>
                        </a:spcBef>
                        <a:spcAft>
                          <a:spcPts val="0"/>
                        </a:spcAft>
                      </a:pPr>
                      <a:r>
                        <a:rPr lang="id-ID" sz="1100">
                          <a:effectLst/>
                        </a:rPr>
                        <a:t>&lt; 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23.33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96.67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6703966"/>
                  </a:ext>
                </a:extLst>
              </a:tr>
              <a:tr h="186690">
                <a:tc>
                  <a:txBody>
                    <a:bodyPr/>
                    <a:lstStyle/>
                    <a:p>
                      <a:pPr marL="0" marR="0" algn="ctr">
                        <a:lnSpc>
                          <a:spcPct val="115000"/>
                        </a:lnSpc>
                        <a:spcBef>
                          <a:spcPts val="0"/>
                        </a:spcBef>
                        <a:spcAft>
                          <a:spcPts val="0"/>
                        </a:spcAft>
                      </a:pPr>
                      <a:r>
                        <a:rPr lang="id-ID" sz="1100">
                          <a:effectLst/>
                        </a:rPr>
                        <a:t>20-30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9128662"/>
                  </a:ext>
                </a:extLst>
              </a:tr>
              <a:tr h="198755">
                <a:tc>
                  <a:txBody>
                    <a:bodyPr/>
                    <a:lstStyle/>
                    <a:p>
                      <a:pPr marL="0" marR="0" algn="ctr">
                        <a:lnSpc>
                          <a:spcPct val="115000"/>
                        </a:lnSpc>
                        <a:spcBef>
                          <a:spcPts val="0"/>
                        </a:spcBef>
                        <a:spcAft>
                          <a:spcPts val="0"/>
                        </a:spcAft>
                      </a:pPr>
                      <a:r>
                        <a:rPr lang="id-ID" sz="1100">
                          <a:effectLst/>
                        </a:rPr>
                        <a:t>31-40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26.67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56.67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71567706"/>
                  </a:ext>
                </a:extLst>
              </a:tr>
              <a:tr h="186690">
                <a:tc>
                  <a:txBody>
                    <a:bodyPr/>
                    <a:lstStyle/>
                    <a:p>
                      <a:pPr marL="0" marR="0" algn="ctr">
                        <a:lnSpc>
                          <a:spcPct val="115000"/>
                        </a:lnSpc>
                        <a:spcBef>
                          <a:spcPts val="0"/>
                        </a:spcBef>
                        <a:spcAft>
                          <a:spcPts val="0"/>
                        </a:spcAft>
                      </a:pPr>
                      <a:r>
                        <a:rPr lang="id-ID" sz="1100">
                          <a:effectLst/>
                        </a:rPr>
                        <a:t>41-50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73.33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8922340"/>
                  </a:ext>
                </a:extLst>
              </a:tr>
              <a:tr h="186690">
                <a:tc>
                  <a:txBody>
                    <a:bodyPr/>
                    <a:lstStyle/>
                    <a:p>
                      <a:pPr marL="0" marR="0" algn="ctr">
                        <a:lnSpc>
                          <a:spcPct val="115000"/>
                        </a:lnSpc>
                        <a:spcBef>
                          <a:spcPts val="0"/>
                        </a:spcBef>
                        <a:spcAft>
                          <a:spcPts val="0"/>
                        </a:spcAft>
                      </a:pPr>
                      <a:r>
                        <a:rPr lang="id-ID" sz="1100">
                          <a:effectLst/>
                        </a:rPr>
                        <a:t>&gt;50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3.33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21736124"/>
                  </a:ext>
                </a:extLst>
              </a:tr>
              <a:tr h="186690">
                <a:tc>
                  <a:txBody>
                    <a:bodyPr/>
                    <a:lstStyle/>
                    <a:p>
                      <a:pPr marL="0" marR="0" algn="ctr">
                        <a:lnSpc>
                          <a:spcPct val="115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4983414"/>
                  </a:ext>
                </a:extLst>
              </a:tr>
            </a:tbl>
          </a:graphicData>
        </a:graphic>
      </p:graphicFrame>
      <p:graphicFrame>
        <p:nvGraphicFramePr>
          <p:cNvPr id="10" name="Table 9">
            <a:extLst>
              <a:ext uri="{FF2B5EF4-FFF2-40B4-BE49-F238E27FC236}">
                <a16:creationId xmlns:a16="http://schemas.microsoft.com/office/drawing/2014/main" id="{926CBDCD-BC6E-AE9E-92DC-5D18EA283818}"/>
              </a:ext>
            </a:extLst>
          </p:cNvPr>
          <p:cNvGraphicFramePr>
            <a:graphicFrameLocks noGrp="1"/>
          </p:cNvGraphicFramePr>
          <p:nvPr>
            <p:extLst>
              <p:ext uri="{D42A27DB-BD31-4B8C-83A1-F6EECF244321}">
                <p14:modId xmlns:p14="http://schemas.microsoft.com/office/powerpoint/2010/main" val="3717835816"/>
              </p:ext>
            </p:extLst>
          </p:nvPr>
        </p:nvGraphicFramePr>
        <p:xfrm>
          <a:off x="838200" y="2231551"/>
          <a:ext cx="4740276" cy="766445"/>
        </p:xfrm>
        <a:graphic>
          <a:graphicData uri="http://schemas.openxmlformats.org/drawingml/2006/table">
            <a:tbl>
              <a:tblPr firstRow="1" firstCol="1" bandRow="1">
                <a:tableStyleId>{5C22544A-7EE6-4342-B048-85BDC9FD1C3A}</a:tableStyleId>
              </a:tblPr>
              <a:tblGrid>
                <a:gridCol w="1185069">
                  <a:extLst>
                    <a:ext uri="{9D8B030D-6E8A-4147-A177-3AD203B41FA5}">
                      <a16:colId xmlns:a16="http://schemas.microsoft.com/office/drawing/2014/main" val="310504843"/>
                    </a:ext>
                  </a:extLst>
                </a:gridCol>
                <a:gridCol w="1185069">
                  <a:extLst>
                    <a:ext uri="{9D8B030D-6E8A-4147-A177-3AD203B41FA5}">
                      <a16:colId xmlns:a16="http://schemas.microsoft.com/office/drawing/2014/main" val="1028672404"/>
                    </a:ext>
                  </a:extLst>
                </a:gridCol>
                <a:gridCol w="1185069">
                  <a:extLst>
                    <a:ext uri="{9D8B030D-6E8A-4147-A177-3AD203B41FA5}">
                      <a16:colId xmlns:a16="http://schemas.microsoft.com/office/drawing/2014/main" val="454031512"/>
                    </a:ext>
                  </a:extLst>
                </a:gridCol>
                <a:gridCol w="1185069">
                  <a:extLst>
                    <a:ext uri="{9D8B030D-6E8A-4147-A177-3AD203B41FA5}">
                      <a16:colId xmlns:a16="http://schemas.microsoft.com/office/drawing/2014/main" val="1171339152"/>
                    </a:ext>
                  </a:extLst>
                </a:gridCol>
              </a:tblGrid>
              <a:tr h="188595">
                <a:tc>
                  <a:txBody>
                    <a:bodyPr/>
                    <a:lstStyle/>
                    <a:p>
                      <a:pPr marL="0" marR="0" algn="ctr">
                        <a:lnSpc>
                          <a:spcPct val="115000"/>
                        </a:lnSpc>
                        <a:spcBef>
                          <a:spcPts val="0"/>
                        </a:spcBef>
                        <a:spcAft>
                          <a:spcPts val="0"/>
                        </a:spcAft>
                      </a:pPr>
                      <a:r>
                        <a:rPr lang="id-ID" sz="1100">
                          <a:effectLst/>
                        </a:rPr>
                        <a:t>Jenis Kelamin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Freq.</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dirty="0">
                          <a:effectLst/>
                        </a:rPr>
                        <a:t>Percent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Cumulative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5231899"/>
                  </a:ext>
                </a:extLst>
              </a:tr>
              <a:tr h="188595">
                <a:tc>
                  <a:txBody>
                    <a:bodyPr/>
                    <a:lstStyle/>
                    <a:p>
                      <a:pPr marL="0" marR="0" algn="ctr">
                        <a:lnSpc>
                          <a:spcPct val="115000"/>
                        </a:lnSpc>
                        <a:spcBef>
                          <a:spcPts val="0"/>
                        </a:spcBef>
                        <a:spcAft>
                          <a:spcPts val="0"/>
                        </a:spcAft>
                      </a:pPr>
                      <a:r>
                        <a:rPr lang="id-ID" sz="1100">
                          <a:effectLst/>
                        </a:rPr>
                        <a:t>Laki-laki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46.67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46.67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0221210"/>
                  </a:ext>
                </a:extLst>
              </a:tr>
              <a:tr h="188595">
                <a:tc>
                  <a:txBody>
                    <a:bodyPr/>
                    <a:lstStyle/>
                    <a:p>
                      <a:pPr marL="0" marR="0" algn="ctr">
                        <a:lnSpc>
                          <a:spcPct val="115000"/>
                        </a:lnSpc>
                        <a:spcBef>
                          <a:spcPts val="0"/>
                        </a:spcBef>
                        <a:spcAft>
                          <a:spcPts val="0"/>
                        </a:spcAft>
                      </a:pPr>
                      <a:r>
                        <a:rPr lang="id-ID" sz="1100">
                          <a:effectLst/>
                        </a:rPr>
                        <a:t>Perempuan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53.33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46109734"/>
                  </a:ext>
                </a:extLst>
              </a:tr>
              <a:tr h="200660">
                <a:tc>
                  <a:txBody>
                    <a:bodyPr/>
                    <a:lstStyle/>
                    <a:p>
                      <a:pPr marL="0" marR="0" algn="ctr">
                        <a:lnSpc>
                          <a:spcPct val="115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9463896"/>
                  </a:ext>
                </a:extLst>
              </a:tr>
            </a:tbl>
          </a:graphicData>
        </a:graphic>
      </p:graphicFrame>
      <p:graphicFrame>
        <p:nvGraphicFramePr>
          <p:cNvPr id="11" name="Table 10">
            <a:extLst>
              <a:ext uri="{FF2B5EF4-FFF2-40B4-BE49-F238E27FC236}">
                <a16:creationId xmlns:a16="http://schemas.microsoft.com/office/drawing/2014/main" id="{ADF9FE80-ECAF-351E-3A3F-45CA4C8D5894}"/>
              </a:ext>
            </a:extLst>
          </p:cNvPr>
          <p:cNvGraphicFramePr>
            <a:graphicFrameLocks noGrp="1"/>
          </p:cNvGraphicFramePr>
          <p:nvPr>
            <p:extLst>
              <p:ext uri="{D42A27DB-BD31-4B8C-83A1-F6EECF244321}">
                <p14:modId xmlns:p14="http://schemas.microsoft.com/office/powerpoint/2010/main" val="156168139"/>
              </p:ext>
            </p:extLst>
          </p:nvPr>
        </p:nvGraphicFramePr>
        <p:xfrm>
          <a:off x="838200" y="3168343"/>
          <a:ext cx="4740276" cy="1143635"/>
        </p:xfrm>
        <a:graphic>
          <a:graphicData uri="http://schemas.openxmlformats.org/drawingml/2006/table">
            <a:tbl>
              <a:tblPr firstRow="1" firstCol="1" bandRow="1">
                <a:tableStyleId>{5C22544A-7EE6-4342-B048-85BDC9FD1C3A}</a:tableStyleId>
              </a:tblPr>
              <a:tblGrid>
                <a:gridCol w="1185069">
                  <a:extLst>
                    <a:ext uri="{9D8B030D-6E8A-4147-A177-3AD203B41FA5}">
                      <a16:colId xmlns:a16="http://schemas.microsoft.com/office/drawing/2014/main" val="656641020"/>
                    </a:ext>
                  </a:extLst>
                </a:gridCol>
                <a:gridCol w="1185069">
                  <a:extLst>
                    <a:ext uri="{9D8B030D-6E8A-4147-A177-3AD203B41FA5}">
                      <a16:colId xmlns:a16="http://schemas.microsoft.com/office/drawing/2014/main" val="1018258418"/>
                    </a:ext>
                  </a:extLst>
                </a:gridCol>
                <a:gridCol w="1185069">
                  <a:extLst>
                    <a:ext uri="{9D8B030D-6E8A-4147-A177-3AD203B41FA5}">
                      <a16:colId xmlns:a16="http://schemas.microsoft.com/office/drawing/2014/main" val="172509936"/>
                    </a:ext>
                  </a:extLst>
                </a:gridCol>
                <a:gridCol w="1185069">
                  <a:extLst>
                    <a:ext uri="{9D8B030D-6E8A-4147-A177-3AD203B41FA5}">
                      <a16:colId xmlns:a16="http://schemas.microsoft.com/office/drawing/2014/main" val="952531260"/>
                    </a:ext>
                  </a:extLst>
                </a:gridCol>
              </a:tblGrid>
              <a:tr h="188595">
                <a:tc>
                  <a:txBody>
                    <a:bodyPr/>
                    <a:lstStyle/>
                    <a:p>
                      <a:pPr marL="0" marR="0" algn="ctr">
                        <a:lnSpc>
                          <a:spcPct val="115000"/>
                        </a:lnSpc>
                        <a:spcBef>
                          <a:spcPts val="0"/>
                        </a:spcBef>
                        <a:spcAft>
                          <a:spcPts val="0"/>
                        </a:spcAft>
                      </a:pPr>
                      <a:r>
                        <a:rPr lang="id-ID" sz="1100">
                          <a:effectLst/>
                        </a:rPr>
                        <a:t>Gaji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Freq.</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Percent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Cumulative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45076973"/>
                  </a:ext>
                </a:extLst>
              </a:tr>
              <a:tr h="188595">
                <a:tc>
                  <a:txBody>
                    <a:bodyPr/>
                    <a:lstStyle/>
                    <a:p>
                      <a:pPr marL="0" marR="0" algn="ctr">
                        <a:lnSpc>
                          <a:spcPct val="115000"/>
                        </a:lnSpc>
                        <a:spcBef>
                          <a:spcPts val="0"/>
                        </a:spcBef>
                        <a:spcAft>
                          <a:spcPts val="0"/>
                        </a:spcAft>
                      </a:pPr>
                      <a:r>
                        <a:rPr lang="id-ID" sz="1100">
                          <a:effectLst/>
                        </a:rPr>
                        <a:t>&lt;2 juta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45406794"/>
                  </a:ext>
                </a:extLst>
              </a:tr>
              <a:tr h="188595">
                <a:tc>
                  <a:txBody>
                    <a:bodyPr/>
                    <a:lstStyle/>
                    <a:p>
                      <a:pPr marL="0" marR="0" algn="ctr">
                        <a:lnSpc>
                          <a:spcPct val="115000"/>
                        </a:lnSpc>
                        <a:spcBef>
                          <a:spcPts val="0"/>
                        </a:spcBef>
                        <a:spcAft>
                          <a:spcPts val="0"/>
                        </a:spcAft>
                      </a:pPr>
                      <a:r>
                        <a:rPr lang="id-ID" sz="1100">
                          <a:effectLst/>
                        </a:rPr>
                        <a:t>2-4 juta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23.33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60.00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71146604"/>
                  </a:ext>
                </a:extLst>
              </a:tr>
              <a:tr h="200660">
                <a:tc>
                  <a:txBody>
                    <a:bodyPr/>
                    <a:lstStyle/>
                    <a:p>
                      <a:pPr marL="0" marR="0" algn="ctr">
                        <a:lnSpc>
                          <a:spcPct val="115000"/>
                        </a:lnSpc>
                        <a:spcBef>
                          <a:spcPts val="0"/>
                        </a:spcBef>
                        <a:spcAft>
                          <a:spcPts val="0"/>
                        </a:spcAft>
                      </a:pPr>
                      <a:r>
                        <a:rPr lang="id-ID" sz="1100">
                          <a:effectLst/>
                        </a:rPr>
                        <a:t>4-6 juta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90.00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6858691"/>
                  </a:ext>
                </a:extLst>
              </a:tr>
              <a:tr h="188595">
                <a:tc>
                  <a:txBody>
                    <a:bodyPr/>
                    <a:lstStyle/>
                    <a:p>
                      <a:pPr marL="0" marR="0" algn="ctr">
                        <a:lnSpc>
                          <a:spcPct val="115000"/>
                        </a:lnSpc>
                        <a:spcBef>
                          <a:spcPts val="0"/>
                        </a:spcBef>
                        <a:spcAft>
                          <a:spcPts val="0"/>
                        </a:spcAft>
                      </a:pPr>
                      <a:r>
                        <a:rPr lang="id-ID" sz="1100">
                          <a:effectLst/>
                        </a:rPr>
                        <a:t>&gt;6 juta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41816332"/>
                  </a:ext>
                </a:extLst>
              </a:tr>
              <a:tr h="188595">
                <a:tc>
                  <a:txBody>
                    <a:bodyPr/>
                    <a:lstStyle/>
                    <a:p>
                      <a:pPr marL="0" marR="0" algn="ctr">
                        <a:lnSpc>
                          <a:spcPct val="115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0493810"/>
                  </a:ext>
                </a:extLst>
              </a:tr>
            </a:tbl>
          </a:graphicData>
        </a:graphic>
      </p:graphicFrame>
      <p:graphicFrame>
        <p:nvGraphicFramePr>
          <p:cNvPr id="12" name="Table 11">
            <a:extLst>
              <a:ext uri="{FF2B5EF4-FFF2-40B4-BE49-F238E27FC236}">
                <a16:creationId xmlns:a16="http://schemas.microsoft.com/office/drawing/2014/main" id="{EF5C9D62-747B-A393-27F9-C97F3B07DC3E}"/>
              </a:ext>
            </a:extLst>
          </p:cNvPr>
          <p:cNvGraphicFramePr>
            <a:graphicFrameLocks noGrp="1"/>
          </p:cNvGraphicFramePr>
          <p:nvPr>
            <p:extLst>
              <p:ext uri="{D42A27DB-BD31-4B8C-83A1-F6EECF244321}">
                <p14:modId xmlns:p14="http://schemas.microsoft.com/office/powerpoint/2010/main" val="3229721999"/>
              </p:ext>
            </p:extLst>
          </p:nvPr>
        </p:nvGraphicFramePr>
        <p:xfrm>
          <a:off x="838200" y="4482325"/>
          <a:ext cx="4658996" cy="1371600"/>
        </p:xfrm>
        <a:graphic>
          <a:graphicData uri="http://schemas.openxmlformats.org/drawingml/2006/table">
            <a:tbl>
              <a:tblPr firstRow="1" firstCol="1" bandRow="1">
                <a:tableStyleId>{5C22544A-7EE6-4342-B048-85BDC9FD1C3A}</a:tableStyleId>
              </a:tblPr>
              <a:tblGrid>
                <a:gridCol w="1164749">
                  <a:extLst>
                    <a:ext uri="{9D8B030D-6E8A-4147-A177-3AD203B41FA5}">
                      <a16:colId xmlns:a16="http://schemas.microsoft.com/office/drawing/2014/main" val="1196377252"/>
                    </a:ext>
                  </a:extLst>
                </a:gridCol>
                <a:gridCol w="1164749">
                  <a:extLst>
                    <a:ext uri="{9D8B030D-6E8A-4147-A177-3AD203B41FA5}">
                      <a16:colId xmlns:a16="http://schemas.microsoft.com/office/drawing/2014/main" val="1891016202"/>
                    </a:ext>
                  </a:extLst>
                </a:gridCol>
                <a:gridCol w="1164749">
                  <a:extLst>
                    <a:ext uri="{9D8B030D-6E8A-4147-A177-3AD203B41FA5}">
                      <a16:colId xmlns:a16="http://schemas.microsoft.com/office/drawing/2014/main" val="4286482038"/>
                    </a:ext>
                  </a:extLst>
                </a:gridCol>
                <a:gridCol w="1164749">
                  <a:extLst>
                    <a:ext uri="{9D8B030D-6E8A-4147-A177-3AD203B41FA5}">
                      <a16:colId xmlns:a16="http://schemas.microsoft.com/office/drawing/2014/main" val="283071220"/>
                    </a:ext>
                  </a:extLst>
                </a:gridCol>
              </a:tblGrid>
              <a:tr h="223520">
                <a:tc>
                  <a:txBody>
                    <a:bodyPr/>
                    <a:lstStyle/>
                    <a:p>
                      <a:pPr marL="0" marR="0" algn="ctr">
                        <a:lnSpc>
                          <a:spcPct val="115000"/>
                        </a:lnSpc>
                        <a:spcBef>
                          <a:spcPts val="0"/>
                        </a:spcBef>
                        <a:spcAft>
                          <a:spcPts val="0"/>
                        </a:spcAft>
                      </a:pPr>
                      <a:r>
                        <a:rPr lang="id-ID" sz="1100">
                          <a:effectLst/>
                        </a:rPr>
                        <a:t>Dalam seminggu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Freq.</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Percent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Cumulative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16049383"/>
                  </a:ext>
                </a:extLst>
              </a:tr>
              <a:tr h="223520">
                <a:tc>
                  <a:txBody>
                    <a:bodyPr/>
                    <a:lstStyle/>
                    <a:p>
                      <a:pPr marL="0" marR="0" algn="ctr">
                        <a:lnSpc>
                          <a:spcPct val="115000"/>
                        </a:lnSpc>
                        <a:spcBef>
                          <a:spcPts val="0"/>
                        </a:spcBef>
                        <a:spcAft>
                          <a:spcPts val="0"/>
                        </a:spcAft>
                      </a:pPr>
                      <a:r>
                        <a:rPr lang="id-ID" sz="1100">
                          <a:effectLst/>
                        </a:rPr>
                        <a:t>1-2 kali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99229635"/>
                  </a:ext>
                </a:extLst>
              </a:tr>
              <a:tr h="238760">
                <a:tc>
                  <a:txBody>
                    <a:bodyPr/>
                    <a:lstStyle/>
                    <a:p>
                      <a:pPr marL="0" marR="0" algn="ctr">
                        <a:lnSpc>
                          <a:spcPct val="115000"/>
                        </a:lnSpc>
                        <a:spcBef>
                          <a:spcPts val="0"/>
                        </a:spcBef>
                        <a:spcAft>
                          <a:spcPts val="0"/>
                        </a:spcAft>
                      </a:pPr>
                      <a:r>
                        <a:rPr lang="id-ID" sz="1100">
                          <a:effectLst/>
                        </a:rPr>
                        <a:t>3-5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53.33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70.00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61496439"/>
                  </a:ext>
                </a:extLst>
              </a:tr>
              <a:tr h="223520">
                <a:tc>
                  <a:txBody>
                    <a:bodyPr/>
                    <a:lstStyle/>
                    <a:p>
                      <a:pPr marL="0" marR="0" algn="ctr">
                        <a:lnSpc>
                          <a:spcPct val="115000"/>
                        </a:lnSpc>
                        <a:spcBef>
                          <a:spcPts val="0"/>
                        </a:spcBef>
                        <a:spcAft>
                          <a:spcPts val="0"/>
                        </a:spcAft>
                      </a:pPr>
                      <a:r>
                        <a:rPr lang="id-ID" sz="1100">
                          <a:effectLst/>
                        </a:rPr>
                        <a:t>6-10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86.67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92360820"/>
                  </a:ext>
                </a:extLst>
              </a:tr>
              <a:tr h="223520">
                <a:tc>
                  <a:txBody>
                    <a:bodyPr/>
                    <a:lstStyle/>
                    <a:p>
                      <a:pPr marL="0" marR="0" algn="ctr">
                        <a:lnSpc>
                          <a:spcPct val="115000"/>
                        </a:lnSpc>
                        <a:spcBef>
                          <a:spcPts val="0"/>
                        </a:spcBef>
                        <a:spcAft>
                          <a:spcPts val="0"/>
                        </a:spcAft>
                      </a:pPr>
                      <a:r>
                        <a:rPr lang="id-ID" sz="1100">
                          <a:effectLst/>
                        </a:rPr>
                        <a:t>&gt;10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13.33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6797294"/>
                  </a:ext>
                </a:extLst>
              </a:tr>
              <a:tr h="238760">
                <a:tc>
                  <a:txBody>
                    <a:bodyPr/>
                    <a:lstStyle/>
                    <a:p>
                      <a:pPr marL="0" marR="0" algn="ctr">
                        <a:lnSpc>
                          <a:spcPct val="115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a:effectLst/>
                        </a:rPr>
                        <a:t>100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id-ID"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3988955"/>
                  </a:ext>
                </a:extLst>
              </a:tr>
            </a:tbl>
          </a:graphicData>
        </a:graphic>
      </p:graphicFrame>
      <p:sp>
        <p:nvSpPr>
          <p:cNvPr id="15" name="Right Brace 14">
            <a:extLst>
              <a:ext uri="{FF2B5EF4-FFF2-40B4-BE49-F238E27FC236}">
                <a16:creationId xmlns:a16="http://schemas.microsoft.com/office/drawing/2014/main" id="{0E3248C3-EF75-E420-34E4-929B2EBB6A54}"/>
              </a:ext>
            </a:extLst>
          </p:cNvPr>
          <p:cNvSpPr/>
          <p:nvPr/>
        </p:nvSpPr>
        <p:spPr>
          <a:xfrm>
            <a:off x="5834130" y="888642"/>
            <a:ext cx="592428" cy="491973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Callout: Bent Line with Accent Bar 15">
            <a:extLst>
              <a:ext uri="{FF2B5EF4-FFF2-40B4-BE49-F238E27FC236}">
                <a16:creationId xmlns:a16="http://schemas.microsoft.com/office/drawing/2014/main" id="{6250421F-87A6-D0FE-8446-135C92AD23C5}"/>
              </a:ext>
            </a:extLst>
          </p:cNvPr>
          <p:cNvSpPr/>
          <p:nvPr/>
        </p:nvSpPr>
        <p:spPr>
          <a:xfrm>
            <a:off x="7920507" y="2611192"/>
            <a:ext cx="3116688" cy="737315"/>
          </a:xfrm>
          <a:prstGeom prst="accentCallout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id-ID" sz="1800" b="1" dirty="0">
                <a:effectLst/>
                <a:latin typeface="Calibri" panose="020F0502020204030204" pitchFamily="34" charset="0"/>
                <a:ea typeface="Calibri" panose="020F0502020204030204" pitchFamily="34" charset="0"/>
                <a:cs typeface="Times New Roman" panose="02020603050405020304" pitchFamily="18" charset="0"/>
              </a:rPr>
              <a:t>Statistik Deskriptif Kuesioner Bagian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dirty="0"/>
          </a:p>
        </p:txBody>
      </p:sp>
    </p:spTree>
    <p:extLst>
      <p:ext uri="{BB962C8B-B14F-4D97-AF65-F5344CB8AC3E}">
        <p14:creationId xmlns:p14="http://schemas.microsoft.com/office/powerpoint/2010/main" val="3591316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allout: Bent Line with Accent Bar 15">
            <a:extLst>
              <a:ext uri="{FF2B5EF4-FFF2-40B4-BE49-F238E27FC236}">
                <a16:creationId xmlns:a16="http://schemas.microsoft.com/office/drawing/2014/main" id="{6250421F-87A6-D0FE-8446-135C92AD23C5}"/>
              </a:ext>
            </a:extLst>
          </p:cNvPr>
          <p:cNvSpPr/>
          <p:nvPr/>
        </p:nvSpPr>
        <p:spPr>
          <a:xfrm>
            <a:off x="7521262" y="3745011"/>
            <a:ext cx="3116688" cy="737315"/>
          </a:xfrm>
          <a:prstGeom prst="accentCallout2">
            <a:avLst>
              <a:gd name="adj1" fmla="val 18750"/>
              <a:gd name="adj2" fmla="val -8333"/>
              <a:gd name="adj3" fmla="val 18750"/>
              <a:gd name="adj4" fmla="val -16667"/>
              <a:gd name="adj5" fmla="val -41212"/>
              <a:gd name="adj6" fmla="val -4129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b="1" dirty="0">
                <a:effectLst/>
                <a:latin typeface="Calibri" panose="020F0502020204030204" pitchFamily="34" charset="0"/>
                <a:ea typeface="Calibri" panose="020F0502020204030204" pitchFamily="34" charset="0"/>
                <a:cs typeface="Times New Roman" panose="02020603050405020304" pitchFamily="18" charset="0"/>
              </a:rPr>
              <a:t>Uji </a:t>
            </a: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Validitas</a:t>
            </a:r>
            <a:r>
              <a:rPr lang="en-US" sz="1800" b="1" dirty="0">
                <a:effectLst/>
                <a:latin typeface="Calibri" panose="020F0502020204030204" pitchFamily="34" charset="0"/>
                <a:ea typeface="Calibri" panose="020F0502020204030204" pitchFamily="34" charset="0"/>
                <a:cs typeface="Times New Roman" panose="02020603050405020304" pitchFamily="18" charset="0"/>
              </a:rPr>
              <a:t> dan </a:t>
            </a: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Reliabilitas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dirty="0"/>
          </a:p>
        </p:txBody>
      </p:sp>
      <p:graphicFrame>
        <p:nvGraphicFramePr>
          <p:cNvPr id="4" name="Table 3">
            <a:extLst>
              <a:ext uri="{FF2B5EF4-FFF2-40B4-BE49-F238E27FC236}">
                <a16:creationId xmlns:a16="http://schemas.microsoft.com/office/drawing/2014/main" id="{54745465-BCF7-C748-7A1A-341466705EDD}"/>
              </a:ext>
            </a:extLst>
          </p:cNvPr>
          <p:cNvGraphicFramePr>
            <a:graphicFrameLocks noGrp="1"/>
          </p:cNvGraphicFramePr>
          <p:nvPr>
            <p:extLst>
              <p:ext uri="{D42A27DB-BD31-4B8C-83A1-F6EECF244321}">
                <p14:modId xmlns:p14="http://schemas.microsoft.com/office/powerpoint/2010/main" val="786896172"/>
              </p:ext>
            </p:extLst>
          </p:nvPr>
        </p:nvGraphicFramePr>
        <p:xfrm>
          <a:off x="320674" y="231026"/>
          <a:ext cx="10515603" cy="2144649"/>
        </p:xfrm>
        <a:graphic>
          <a:graphicData uri="http://schemas.openxmlformats.org/drawingml/2006/table">
            <a:tbl>
              <a:tblPr firstRow="1" firstCol="1" bandRow="1">
                <a:tableStyleId>{5C22544A-7EE6-4342-B048-85BDC9FD1C3A}</a:tableStyleId>
              </a:tblPr>
              <a:tblGrid>
                <a:gridCol w="1502229">
                  <a:extLst>
                    <a:ext uri="{9D8B030D-6E8A-4147-A177-3AD203B41FA5}">
                      <a16:colId xmlns:a16="http://schemas.microsoft.com/office/drawing/2014/main" val="561869090"/>
                    </a:ext>
                  </a:extLst>
                </a:gridCol>
                <a:gridCol w="1502229">
                  <a:extLst>
                    <a:ext uri="{9D8B030D-6E8A-4147-A177-3AD203B41FA5}">
                      <a16:colId xmlns:a16="http://schemas.microsoft.com/office/drawing/2014/main" val="1175811210"/>
                    </a:ext>
                  </a:extLst>
                </a:gridCol>
                <a:gridCol w="1502229">
                  <a:extLst>
                    <a:ext uri="{9D8B030D-6E8A-4147-A177-3AD203B41FA5}">
                      <a16:colId xmlns:a16="http://schemas.microsoft.com/office/drawing/2014/main" val="2632757635"/>
                    </a:ext>
                  </a:extLst>
                </a:gridCol>
                <a:gridCol w="1502229">
                  <a:extLst>
                    <a:ext uri="{9D8B030D-6E8A-4147-A177-3AD203B41FA5}">
                      <a16:colId xmlns:a16="http://schemas.microsoft.com/office/drawing/2014/main" val="1306740690"/>
                    </a:ext>
                  </a:extLst>
                </a:gridCol>
                <a:gridCol w="1502229">
                  <a:extLst>
                    <a:ext uri="{9D8B030D-6E8A-4147-A177-3AD203B41FA5}">
                      <a16:colId xmlns:a16="http://schemas.microsoft.com/office/drawing/2014/main" val="3992401139"/>
                    </a:ext>
                  </a:extLst>
                </a:gridCol>
                <a:gridCol w="1502229">
                  <a:extLst>
                    <a:ext uri="{9D8B030D-6E8A-4147-A177-3AD203B41FA5}">
                      <a16:colId xmlns:a16="http://schemas.microsoft.com/office/drawing/2014/main" val="1934139588"/>
                    </a:ext>
                  </a:extLst>
                </a:gridCol>
                <a:gridCol w="1502229">
                  <a:extLst>
                    <a:ext uri="{9D8B030D-6E8A-4147-A177-3AD203B41FA5}">
                      <a16:colId xmlns:a16="http://schemas.microsoft.com/office/drawing/2014/main" val="3805929935"/>
                    </a:ext>
                  </a:extLst>
                </a:gridCol>
              </a:tblGrid>
              <a:tr h="164973">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Waktu(X1)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Biaya(x2)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Kenyamanan(x3)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Aksesbilitas(x4)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Keamanan(x5)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3781229"/>
                  </a:ext>
                </a:extLst>
              </a:tr>
              <a:tr h="164973">
                <a:tc>
                  <a:txBody>
                    <a:bodyPr/>
                    <a:lstStyle/>
                    <a:p>
                      <a:pPr marL="0" marR="0">
                        <a:lnSpc>
                          <a:spcPct val="115000"/>
                        </a:lnSpc>
                        <a:spcBef>
                          <a:spcPts val="0"/>
                        </a:spcBef>
                        <a:spcAft>
                          <a:spcPts val="0"/>
                        </a:spcAft>
                      </a:pPr>
                      <a:r>
                        <a:rPr lang="id-ID" sz="1000">
                          <a:effectLst/>
                        </a:rPr>
                        <a:t>Waktu(X1)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3003855"/>
                  </a:ext>
                </a:extLst>
              </a:tr>
              <a:tr h="164973">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1546317"/>
                  </a:ext>
                </a:extLst>
              </a:tr>
              <a:tr h="164973">
                <a:tc>
                  <a:txBody>
                    <a:bodyPr/>
                    <a:lstStyle/>
                    <a:p>
                      <a:pPr marL="0" marR="0">
                        <a:lnSpc>
                          <a:spcPct val="115000"/>
                        </a:lnSpc>
                        <a:spcBef>
                          <a:spcPts val="0"/>
                        </a:spcBef>
                        <a:spcAft>
                          <a:spcPts val="0"/>
                        </a:spcAft>
                      </a:pPr>
                      <a:r>
                        <a:rPr lang="id-ID" sz="1000">
                          <a:effectLst/>
                        </a:rPr>
                        <a:t>Biaya(x2)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0.0489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5243818"/>
                  </a:ext>
                </a:extLst>
              </a:tr>
              <a:tr h="164973">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0.7974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85545591"/>
                  </a:ext>
                </a:extLst>
              </a:tr>
              <a:tr h="164973">
                <a:tc>
                  <a:txBody>
                    <a:bodyPr/>
                    <a:lstStyle/>
                    <a:p>
                      <a:pPr marL="0" marR="0">
                        <a:lnSpc>
                          <a:spcPct val="115000"/>
                        </a:lnSpc>
                        <a:spcBef>
                          <a:spcPts val="0"/>
                        </a:spcBef>
                        <a:spcAft>
                          <a:spcPts val="0"/>
                        </a:spcAft>
                      </a:pPr>
                      <a:r>
                        <a:rPr lang="id-ID" sz="1000">
                          <a:effectLst/>
                        </a:rPr>
                        <a:t>Kenyamanan(x3)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0.2823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-0.2446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68420395"/>
                  </a:ext>
                </a:extLst>
              </a:tr>
              <a:tr h="164973">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0.1307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0.1928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24121918"/>
                  </a:ext>
                </a:extLst>
              </a:tr>
              <a:tr h="164973">
                <a:tc>
                  <a:txBody>
                    <a:bodyPr/>
                    <a:lstStyle/>
                    <a:p>
                      <a:pPr marL="0" marR="0">
                        <a:lnSpc>
                          <a:spcPct val="115000"/>
                        </a:lnSpc>
                        <a:spcBef>
                          <a:spcPts val="0"/>
                        </a:spcBef>
                        <a:spcAft>
                          <a:spcPts val="0"/>
                        </a:spcAft>
                      </a:pPr>
                      <a:r>
                        <a:rPr lang="id-ID" sz="1000">
                          <a:effectLst/>
                        </a:rPr>
                        <a:t>Aksesbilitas(x4)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0.0847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0.4330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-0.0565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1899101"/>
                  </a:ext>
                </a:extLst>
              </a:tr>
              <a:tr h="164973">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0.6562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0.0168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0.7669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9458893"/>
                  </a:ext>
                </a:extLst>
              </a:tr>
              <a:tr h="164973">
                <a:tc>
                  <a:txBody>
                    <a:bodyPr/>
                    <a:lstStyle/>
                    <a:p>
                      <a:pPr marL="0" marR="0">
                        <a:lnSpc>
                          <a:spcPct val="115000"/>
                        </a:lnSpc>
                        <a:spcBef>
                          <a:spcPts val="0"/>
                        </a:spcBef>
                        <a:spcAft>
                          <a:spcPts val="0"/>
                        </a:spcAft>
                      </a:pPr>
                      <a:r>
                        <a:rPr lang="id-ID" sz="1000">
                          <a:effectLst/>
                        </a:rPr>
                        <a:t>Keamanan(x5)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0.1057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0.3086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0.1057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0.0594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6736693"/>
                  </a:ext>
                </a:extLst>
              </a:tr>
              <a:tr h="164973">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0.5784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0.0971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0.5784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0.7552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4988992"/>
                  </a:ext>
                </a:extLst>
              </a:tr>
              <a:tr h="164973">
                <a:tc>
                  <a:txBody>
                    <a:bodyPr/>
                    <a:lstStyle/>
                    <a:p>
                      <a:pPr marL="0" marR="0">
                        <a:lnSpc>
                          <a:spcPct val="115000"/>
                        </a:lnSpc>
                        <a:spcBef>
                          <a:spcPts val="0"/>
                        </a:spcBef>
                        <a:spcAft>
                          <a:spcPts val="0"/>
                        </a:spcAft>
                      </a:pPr>
                      <a:r>
                        <a:rPr lang="id-ID" sz="1000">
                          <a:effectLst/>
                        </a:rPr>
                        <a:t>Total (X)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0.5698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0.5696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0.4080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0.5728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0.5727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1.0000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3653537"/>
                  </a:ext>
                </a:extLst>
              </a:tr>
              <a:tr h="164973">
                <a:tc>
                  <a:txBody>
                    <a:bodyPr/>
                    <a:lstStyle/>
                    <a:p>
                      <a:pPr marL="0" marR="0">
                        <a:lnSpc>
                          <a:spcPct val="115000"/>
                        </a:lnSpc>
                        <a:spcBef>
                          <a:spcPts val="0"/>
                        </a:spcBef>
                        <a:spcAft>
                          <a:spcPts val="0"/>
                        </a:spcAft>
                      </a:pPr>
                      <a:r>
                        <a:rPr lang="id-ID"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0.0010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0.0010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0.0252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0.0009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a:effectLst/>
                        </a:rPr>
                        <a:t>0.0009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0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63139257"/>
                  </a:ext>
                </a:extLst>
              </a:tr>
            </a:tbl>
          </a:graphicData>
        </a:graphic>
      </p:graphicFrame>
      <p:graphicFrame>
        <p:nvGraphicFramePr>
          <p:cNvPr id="8" name="Table 7">
            <a:extLst>
              <a:ext uri="{FF2B5EF4-FFF2-40B4-BE49-F238E27FC236}">
                <a16:creationId xmlns:a16="http://schemas.microsoft.com/office/drawing/2014/main" id="{923DA572-5FCF-7B0A-78EF-286A8B225F64}"/>
              </a:ext>
            </a:extLst>
          </p:cNvPr>
          <p:cNvGraphicFramePr>
            <a:graphicFrameLocks noGrp="1"/>
          </p:cNvGraphicFramePr>
          <p:nvPr>
            <p:extLst>
              <p:ext uri="{D42A27DB-BD31-4B8C-83A1-F6EECF244321}">
                <p14:modId xmlns:p14="http://schemas.microsoft.com/office/powerpoint/2010/main" val="2796398166"/>
              </p:ext>
            </p:extLst>
          </p:nvPr>
        </p:nvGraphicFramePr>
        <p:xfrm>
          <a:off x="586672" y="2979849"/>
          <a:ext cx="3684822" cy="1049909"/>
        </p:xfrm>
        <a:graphic>
          <a:graphicData uri="http://schemas.openxmlformats.org/drawingml/2006/table">
            <a:tbl>
              <a:tblPr firstRow="1" firstCol="1" bandRow="1">
                <a:tableStyleId>{5C22544A-7EE6-4342-B048-85BDC9FD1C3A}</a:tableStyleId>
              </a:tblPr>
              <a:tblGrid>
                <a:gridCol w="1842411">
                  <a:extLst>
                    <a:ext uri="{9D8B030D-6E8A-4147-A177-3AD203B41FA5}">
                      <a16:colId xmlns:a16="http://schemas.microsoft.com/office/drawing/2014/main" val="836609883"/>
                    </a:ext>
                  </a:extLst>
                </a:gridCol>
                <a:gridCol w="1842411">
                  <a:extLst>
                    <a:ext uri="{9D8B030D-6E8A-4147-A177-3AD203B41FA5}">
                      <a16:colId xmlns:a16="http://schemas.microsoft.com/office/drawing/2014/main" val="1592544088"/>
                    </a:ext>
                  </a:extLst>
                </a:gridCol>
              </a:tblGrid>
              <a:tr h="229870">
                <a:tc>
                  <a:txBody>
                    <a:bodyPr/>
                    <a:lstStyle/>
                    <a:p>
                      <a:pPr marL="0" marR="0">
                        <a:lnSpc>
                          <a:spcPct val="115000"/>
                        </a:lnSpc>
                        <a:spcBef>
                          <a:spcPts val="0"/>
                        </a:spcBef>
                        <a:spcAft>
                          <a:spcPts val="0"/>
                        </a:spcAft>
                      </a:pPr>
                      <a:r>
                        <a:rPr lang="id-ID" sz="1100">
                          <a:effectLst/>
                        </a:rPr>
                        <a:t>Statistic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100">
                          <a:effectLst/>
                        </a:rPr>
                        <a:t>Value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3906369"/>
                  </a:ext>
                </a:extLst>
              </a:tr>
              <a:tr h="215900">
                <a:tc>
                  <a:txBody>
                    <a:bodyPr/>
                    <a:lstStyle/>
                    <a:p>
                      <a:pPr marL="0" marR="0">
                        <a:lnSpc>
                          <a:spcPct val="115000"/>
                        </a:lnSpc>
                        <a:spcBef>
                          <a:spcPts val="0"/>
                        </a:spcBef>
                        <a:spcAft>
                          <a:spcPts val="0"/>
                        </a:spcAft>
                      </a:pPr>
                      <a:r>
                        <a:rPr lang="id-ID" sz="1100">
                          <a:effectLst/>
                        </a:rPr>
                        <a:t>Average interitem covariance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100">
                          <a:effectLst/>
                        </a:rPr>
                        <a:t>0.1682908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26790273"/>
                  </a:ext>
                </a:extLst>
              </a:tr>
              <a:tr h="215900">
                <a:tc>
                  <a:txBody>
                    <a:bodyPr/>
                    <a:lstStyle/>
                    <a:p>
                      <a:pPr marL="0" marR="0">
                        <a:lnSpc>
                          <a:spcPct val="115000"/>
                        </a:lnSpc>
                        <a:spcBef>
                          <a:spcPts val="0"/>
                        </a:spcBef>
                        <a:spcAft>
                          <a:spcPts val="0"/>
                        </a:spcAft>
                      </a:pPr>
                      <a:r>
                        <a:rPr lang="id-ID" sz="1100">
                          <a:effectLst/>
                        </a:rPr>
                        <a:t>Number of items in the scale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48286251"/>
                  </a:ext>
                </a:extLst>
              </a:tr>
              <a:tr h="229870">
                <a:tc>
                  <a:txBody>
                    <a:bodyPr/>
                    <a:lstStyle/>
                    <a:p>
                      <a:pPr marL="0" marR="0">
                        <a:lnSpc>
                          <a:spcPct val="115000"/>
                        </a:lnSpc>
                        <a:spcBef>
                          <a:spcPts val="0"/>
                        </a:spcBef>
                        <a:spcAft>
                          <a:spcPts val="0"/>
                        </a:spcAft>
                      </a:pPr>
                      <a:r>
                        <a:rPr lang="id-ID" sz="1100">
                          <a:effectLst/>
                        </a:rPr>
                        <a:t>Scale reliability coefficient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id-ID" sz="1100" dirty="0">
                          <a:effectLst/>
                        </a:rPr>
                        <a:t>0.7010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04527657"/>
                  </a:ext>
                </a:extLst>
              </a:tr>
            </a:tbl>
          </a:graphicData>
        </a:graphic>
      </p:graphicFrame>
    </p:spTree>
    <p:extLst>
      <p:ext uri="{BB962C8B-B14F-4D97-AF65-F5344CB8AC3E}">
        <p14:creationId xmlns:p14="http://schemas.microsoft.com/office/powerpoint/2010/main" val="1792181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FA54944-4DDA-E3E7-1A22-C4AD9ABD4DD4}"/>
              </a:ext>
            </a:extLst>
          </p:cNvPr>
          <p:cNvGraphicFramePr>
            <a:graphicFrameLocks noGrp="1"/>
          </p:cNvGraphicFramePr>
          <p:nvPr>
            <p:extLst>
              <p:ext uri="{D42A27DB-BD31-4B8C-83A1-F6EECF244321}">
                <p14:modId xmlns:p14="http://schemas.microsoft.com/office/powerpoint/2010/main" val="3839279580"/>
              </p:ext>
            </p:extLst>
          </p:nvPr>
        </p:nvGraphicFramePr>
        <p:xfrm>
          <a:off x="565150" y="254043"/>
          <a:ext cx="5530850" cy="3811143"/>
        </p:xfrm>
        <a:graphic>
          <a:graphicData uri="http://schemas.openxmlformats.org/drawingml/2006/table">
            <a:tbl>
              <a:tblPr firstRow="1" firstCol="1" bandRow="1">
                <a:tableStyleId>{5C22544A-7EE6-4342-B048-85BDC9FD1C3A}</a:tableStyleId>
              </a:tblPr>
              <a:tblGrid>
                <a:gridCol w="1252220">
                  <a:extLst>
                    <a:ext uri="{9D8B030D-6E8A-4147-A177-3AD203B41FA5}">
                      <a16:colId xmlns:a16="http://schemas.microsoft.com/office/drawing/2014/main" val="1068774669"/>
                    </a:ext>
                  </a:extLst>
                </a:gridCol>
                <a:gridCol w="958850">
                  <a:extLst>
                    <a:ext uri="{9D8B030D-6E8A-4147-A177-3AD203B41FA5}">
                      <a16:colId xmlns:a16="http://schemas.microsoft.com/office/drawing/2014/main" val="2070565413"/>
                    </a:ext>
                  </a:extLst>
                </a:gridCol>
                <a:gridCol w="1106170">
                  <a:extLst>
                    <a:ext uri="{9D8B030D-6E8A-4147-A177-3AD203B41FA5}">
                      <a16:colId xmlns:a16="http://schemas.microsoft.com/office/drawing/2014/main" val="1219706891"/>
                    </a:ext>
                  </a:extLst>
                </a:gridCol>
                <a:gridCol w="1106805">
                  <a:extLst>
                    <a:ext uri="{9D8B030D-6E8A-4147-A177-3AD203B41FA5}">
                      <a16:colId xmlns:a16="http://schemas.microsoft.com/office/drawing/2014/main" val="3943149095"/>
                    </a:ext>
                  </a:extLst>
                </a:gridCol>
                <a:gridCol w="1106805">
                  <a:extLst>
                    <a:ext uri="{9D8B030D-6E8A-4147-A177-3AD203B41FA5}">
                      <a16:colId xmlns:a16="http://schemas.microsoft.com/office/drawing/2014/main" val="1469150169"/>
                    </a:ext>
                  </a:extLst>
                </a:gridCol>
              </a:tblGrid>
              <a:tr h="163830">
                <a:tc>
                  <a:txBody>
                    <a:bodyPr/>
                    <a:lstStyle/>
                    <a:p>
                      <a:pPr marL="0" marR="0" algn="ctr">
                        <a:lnSpc>
                          <a:spcPct val="115000"/>
                        </a:lnSpc>
                        <a:spcBef>
                          <a:spcPts val="0"/>
                        </a:spcBef>
                        <a:spcAft>
                          <a:spcPts val="0"/>
                        </a:spcAft>
                        <a:tabLst>
                          <a:tab pos="882015" algn="l"/>
                        </a:tabLst>
                      </a:pPr>
                      <a:r>
                        <a:rPr lang="id-ID" sz="1100">
                          <a:effectLst/>
                        </a:rPr>
                        <a:t>Variabel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Coefficient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Std.Error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Z</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P&gt;ǀzǀ</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35129908"/>
                  </a:ext>
                </a:extLst>
              </a:tr>
              <a:tr h="163830">
                <a:tc gridSpan="5">
                  <a:txBody>
                    <a:bodyPr/>
                    <a:lstStyle/>
                    <a:p>
                      <a:pPr marL="0" marR="0" algn="ctr">
                        <a:lnSpc>
                          <a:spcPct val="115000"/>
                        </a:lnSpc>
                        <a:spcBef>
                          <a:spcPts val="0"/>
                        </a:spcBef>
                        <a:spcAft>
                          <a:spcPts val="0"/>
                        </a:spcAft>
                        <a:tabLst>
                          <a:tab pos="882015" algn="l"/>
                        </a:tabLst>
                      </a:pPr>
                      <a:r>
                        <a:rPr lang="id-ID" sz="1100">
                          <a:effectLst/>
                        </a:rPr>
                        <a:t>Category 1 (Trans Metro Bandung)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71346644"/>
                  </a:ext>
                </a:extLst>
              </a:tr>
              <a:tr h="163830">
                <a:tc>
                  <a:txBody>
                    <a:bodyPr/>
                    <a:lstStyle/>
                    <a:p>
                      <a:pPr marL="0" marR="0" algn="ctr">
                        <a:lnSpc>
                          <a:spcPct val="115000"/>
                        </a:lnSpc>
                        <a:spcBef>
                          <a:spcPts val="0"/>
                        </a:spcBef>
                        <a:spcAft>
                          <a:spcPts val="0"/>
                        </a:spcAft>
                        <a:tabLst>
                          <a:tab pos="882015" algn="l"/>
                        </a:tabLst>
                      </a:pPr>
                      <a:r>
                        <a:rPr lang="id-ID" sz="1100">
                          <a:effectLst/>
                        </a:rPr>
                        <a: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14.088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9.4525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1.49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0.136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750742"/>
                  </a:ext>
                </a:extLst>
              </a:tr>
              <a:tr h="174625">
                <a:tc>
                  <a:txBody>
                    <a:bodyPr/>
                    <a:lstStyle/>
                    <a:p>
                      <a:pPr marL="0" marR="0" algn="ctr">
                        <a:lnSpc>
                          <a:spcPct val="115000"/>
                        </a:lnSpc>
                        <a:spcBef>
                          <a:spcPts val="0"/>
                        </a:spcBef>
                        <a:spcAft>
                          <a:spcPts val="0"/>
                        </a:spcAft>
                        <a:tabLst>
                          <a:tab pos="882015" algn="l"/>
                        </a:tabLst>
                      </a:pPr>
                      <a:r>
                        <a:rPr lang="id-ID" sz="1100">
                          <a:effectLst/>
                        </a:rPr>
                        <a:t>Waktu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-2.3377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1.2339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-1.89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0.058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64620213"/>
                  </a:ext>
                </a:extLst>
              </a:tr>
              <a:tr h="163830">
                <a:tc>
                  <a:txBody>
                    <a:bodyPr/>
                    <a:lstStyle/>
                    <a:p>
                      <a:pPr marL="0" marR="0" algn="ctr">
                        <a:lnSpc>
                          <a:spcPct val="115000"/>
                        </a:lnSpc>
                        <a:spcBef>
                          <a:spcPts val="0"/>
                        </a:spcBef>
                        <a:spcAft>
                          <a:spcPts val="0"/>
                        </a:spcAft>
                        <a:tabLst>
                          <a:tab pos="882015" algn="l"/>
                        </a:tabLst>
                      </a:pPr>
                      <a:r>
                        <a:rPr lang="id-ID" sz="1100">
                          <a:effectLst/>
                        </a:rPr>
                        <a:t>Biaya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-2.1013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1.0627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-1.98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0.048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995747"/>
                  </a:ext>
                </a:extLst>
              </a:tr>
              <a:tr h="163830">
                <a:tc>
                  <a:txBody>
                    <a:bodyPr/>
                    <a:lstStyle/>
                    <a:p>
                      <a:pPr marL="0" marR="0" algn="ctr">
                        <a:lnSpc>
                          <a:spcPct val="115000"/>
                        </a:lnSpc>
                        <a:spcBef>
                          <a:spcPts val="0"/>
                        </a:spcBef>
                        <a:spcAft>
                          <a:spcPts val="0"/>
                        </a:spcAft>
                        <a:tabLst>
                          <a:tab pos="882015" algn="l"/>
                        </a:tabLst>
                      </a:pPr>
                      <a:r>
                        <a:rPr lang="id-ID" sz="1100">
                          <a:effectLst/>
                        </a:rPr>
                        <a:t>Kenyamanan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-4.2644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1.7023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-2.51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0.012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27720084"/>
                  </a:ext>
                </a:extLst>
              </a:tr>
              <a:tr h="163830">
                <a:tc>
                  <a:txBody>
                    <a:bodyPr/>
                    <a:lstStyle/>
                    <a:p>
                      <a:pPr marL="0" marR="0" algn="ctr">
                        <a:lnSpc>
                          <a:spcPct val="115000"/>
                        </a:lnSpc>
                        <a:spcBef>
                          <a:spcPts val="0"/>
                        </a:spcBef>
                        <a:spcAft>
                          <a:spcPts val="0"/>
                        </a:spcAft>
                        <a:tabLst>
                          <a:tab pos="882015" algn="l"/>
                        </a:tabLst>
                      </a:pPr>
                      <a:r>
                        <a:rPr lang="id-ID" sz="1100">
                          <a:effectLst/>
                        </a:rPr>
                        <a:t>Aksesbilitas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2.5961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1.5916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1.63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0.103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54088111"/>
                  </a:ext>
                </a:extLst>
              </a:tr>
              <a:tr h="174625">
                <a:tc>
                  <a:txBody>
                    <a:bodyPr/>
                    <a:lstStyle/>
                    <a:p>
                      <a:pPr marL="0" marR="0" algn="ctr">
                        <a:lnSpc>
                          <a:spcPct val="115000"/>
                        </a:lnSpc>
                        <a:spcBef>
                          <a:spcPts val="0"/>
                        </a:spcBef>
                        <a:spcAft>
                          <a:spcPts val="0"/>
                        </a:spcAft>
                        <a:tabLst>
                          <a:tab pos="882015" algn="l"/>
                        </a:tabLst>
                      </a:pPr>
                      <a:r>
                        <a:rPr lang="id-ID" sz="1100">
                          <a:effectLst/>
                        </a:rPr>
                        <a:t>Keamanan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2.2816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1.1991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1.90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0.057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2483137"/>
                  </a:ext>
                </a:extLst>
              </a:tr>
              <a:tr h="163830">
                <a:tc gridSpan="5">
                  <a:txBody>
                    <a:bodyPr/>
                    <a:lstStyle/>
                    <a:p>
                      <a:pPr marL="0" marR="0" algn="ctr">
                        <a:lnSpc>
                          <a:spcPct val="115000"/>
                        </a:lnSpc>
                        <a:spcBef>
                          <a:spcPts val="0"/>
                        </a:spcBef>
                        <a:spcAft>
                          <a:spcPts val="0"/>
                        </a:spcAft>
                        <a:tabLst>
                          <a:tab pos="882015" algn="l"/>
                        </a:tabLst>
                      </a:pPr>
                      <a:r>
                        <a:rPr lang="id-ID" sz="1100">
                          <a:effectLst/>
                        </a:rPr>
                        <a:t>Category 2 (Based Outcome)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98291325"/>
                  </a:ext>
                </a:extLst>
              </a:tr>
              <a:tr h="163830">
                <a:tc gridSpan="5">
                  <a:txBody>
                    <a:bodyPr/>
                    <a:lstStyle/>
                    <a:p>
                      <a:pPr marL="0" marR="0" algn="ctr">
                        <a:lnSpc>
                          <a:spcPct val="115000"/>
                        </a:lnSpc>
                        <a:spcBef>
                          <a:spcPts val="0"/>
                        </a:spcBef>
                        <a:spcAft>
                          <a:spcPts val="0"/>
                        </a:spcAft>
                        <a:tabLst>
                          <a:tab pos="882015" algn="l"/>
                        </a:tabLst>
                      </a:pPr>
                      <a:r>
                        <a:rPr lang="id-ID" sz="1100">
                          <a:effectLst/>
                        </a:rPr>
                        <a:t>Category 3 (LRT)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21461292"/>
                  </a:ext>
                </a:extLst>
              </a:tr>
              <a:tr h="163830">
                <a:tc>
                  <a:txBody>
                    <a:bodyPr/>
                    <a:lstStyle/>
                    <a:p>
                      <a:pPr marL="0" marR="0" algn="ctr">
                        <a:lnSpc>
                          <a:spcPct val="115000"/>
                        </a:lnSpc>
                        <a:spcBef>
                          <a:spcPts val="0"/>
                        </a:spcBef>
                        <a:spcAft>
                          <a:spcPts val="0"/>
                        </a:spcAft>
                        <a:tabLst>
                          <a:tab pos="882015" algn="l"/>
                        </a:tabLst>
                      </a:pPr>
                      <a:r>
                        <a:rPr lang="id-ID" sz="1100">
                          <a:effectLst/>
                        </a:rPr>
                        <a: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6.0282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9.5564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0.63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0.528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5549509"/>
                  </a:ext>
                </a:extLst>
              </a:tr>
              <a:tr h="174625">
                <a:tc>
                  <a:txBody>
                    <a:bodyPr/>
                    <a:lstStyle/>
                    <a:p>
                      <a:pPr marL="0" marR="0" algn="ctr">
                        <a:lnSpc>
                          <a:spcPct val="115000"/>
                        </a:lnSpc>
                        <a:spcBef>
                          <a:spcPts val="0"/>
                        </a:spcBef>
                        <a:spcAft>
                          <a:spcPts val="0"/>
                        </a:spcAft>
                        <a:tabLst>
                          <a:tab pos="882015" algn="l"/>
                        </a:tabLst>
                      </a:pPr>
                      <a:r>
                        <a:rPr lang="id-ID" sz="1100">
                          <a:effectLst/>
                        </a:rPr>
                        <a:t>Waktu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-1.8862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1.0493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-1.80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0.072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6041791"/>
                  </a:ext>
                </a:extLst>
              </a:tr>
              <a:tr h="163830">
                <a:tc>
                  <a:txBody>
                    <a:bodyPr/>
                    <a:lstStyle/>
                    <a:p>
                      <a:pPr marL="0" marR="0" algn="ctr">
                        <a:lnSpc>
                          <a:spcPct val="115000"/>
                        </a:lnSpc>
                        <a:spcBef>
                          <a:spcPts val="0"/>
                        </a:spcBef>
                        <a:spcAft>
                          <a:spcPts val="0"/>
                        </a:spcAft>
                        <a:tabLst>
                          <a:tab pos="882015" algn="l"/>
                        </a:tabLst>
                      </a:pPr>
                      <a:r>
                        <a:rPr lang="id-ID" sz="1100">
                          <a:effectLst/>
                        </a:rPr>
                        <a:t>Biaya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-1.1360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1.0255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-1.11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0.268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3241767"/>
                  </a:ext>
                </a:extLst>
              </a:tr>
              <a:tr h="163830">
                <a:tc>
                  <a:txBody>
                    <a:bodyPr/>
                    <a:lstStyle/>
                    <a:p>
                      <a:pPr marL="0" marR="0" algn="ctr">
                        <a:lnSpc>
                          <a:spcPct val="115000"/>
                        </a:lnSpc>
                        <a:spcBef>
                          <a:spcPts val="0"/>
                        </a:spcBef>
                        <a:spcAft>
                          <a:spcPts val="0"/>
                        </a:spcAft>
                        <a:tabLst>
                          <a:tab pos="882015" algn="l"/>
                        </a:tabLst>
                      </a:pPr>
                      <a:r>
                        <a:rPr lang="id-ID" sz="1100">
                          <a:effectLst/>
                        </a:rPr>
                        <a:t>Kenyamanan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-3.5222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1.5706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-2.24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0.025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0613508"/>
                  </a:ext>
                </a:extLst>
              </a:tr>
              <a:tr h="163830">
                <a:tc>
                  <a:txBody>
                    <a:bodyPr/>
                    <a:lstStyle/>
                    <a:p>
                      <a:pPr marL="0" marR="0" algn="ctr">
                        <a:lnSpc>
                          <a:spcPct val="115000"/>
                        </a:lnSpc>
                        <a:spcBef>
                          <a:spcPts val="0"/>
                        </a:spcBef>
                        <a:spcAft>
                          <a:spcPts val="0"/>
                        </a:spcAft>
                        <a:tabLst>
                          <a:tab pos="882015" algn="l"/>
                        </a:tabLst>
                      </a:pPr>
                      <a:r>
                        <a:rPr lang="id-ID" sz="1100">
                          <a:effectLst/>
                        </a:rPr>
                        <a:t>Aksesbilitas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1.7112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1.3230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1.29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0.196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0523598"/>
                  </a:ext>
                </a:extLst>
              </a:tr>
              <a:tr h="174625">
                <a:tc>
                  <a:txBody>
                    <a:bodyPr/>
                    <a:lstStyle/>
                    <a:p>
                      <a:pPr marL="0" marR="0" algn="ctr">
                        <a:lnSpc>
                          <a:spcPct val="115000"/>
                        </a:lnSpc>
                        <a:spcBef>
                          <a:spcPts val="0"/>
                        </a:spcBef>
                        <a:spcAft>
                          <a:spcPts val="0"/>
                        </a:spcAft>
                        <a:tabLst>
                          <a:tab pos="882015" algn="l"/>
                        </a:tabLst>
                      </a:pPr>
                      <a:r>
                        <a:rPr lang="id-ID" sz="1100">
                          <a:effectLst/>
                        </a:rPr>
                        <a:t>Keamanan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3.0072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1.3407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2.24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0.025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62890980"/>
                  </a:ext>
                </a:extLst>
              </a:tr>
              <a:tr h="163830">
                <a:tc>
                  <a:txBody>
                    <a:bodyPr/>
                    <a:lstStyle/>
                    <a:p>
                      <a:pPr marL="0" marR="0">
                        <a:lnSpc>
                          <a:spcPct val="115000"/>
                        </a:lnSpc>
                        <a:spcBef>
                          <a:spcPts val="0"/>
                        </a:spcBef>
                        <a:spcAft>
                          <a:spcPts val="0"/>
                        </a:spcAft>
                        <a:tabLst>
                          <a:tab pos="882015" algn="l"/>
                        </a:tabLst>
                      </a:pPr>
                      <a:r>
                        <a:rPr lang="id-ID" sz="1100">
                          <a:effectLst/>
                        </a:rPr>
                        <a:t>Obs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16796282"/>
                  </a:ext>
                </a:extLst>
              </a:tr>
              <a:tr h="163830">
                <a:tc>
                  <a:txBody>
                    <a:bodyPr/>
                    <a:lstStyle/>
                    <a:p>
                      <a:pPr marL="0" marR="0">
                        <a:lnSpc>
                          <a:spcPct val="115000"/>
                        </a:lnSpc>
                        <a:spcBef>
                          <a:spcPts val="0"/>
                        </a:spcBef>
                        <a:spcAft>
                          <a:spcPts val="0"/>
                        </a:spcAft>
                        <a:tabLst>
                          <a:tab pos="882015" algn="l"/>
                        </a:tabLst>
                      </a:pPr>
                      <a:r>
                        <a:rPr lang="id-ID" sz="1100">
                          <a:effectLst/>
                        </a:rPr>
                        <a:t>Log likehood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-18.88973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88630545"/>
                  </a:ext>
                </a:extLst>
              </a:tr>
              <a:tr h="163830">
                <a:tc>
                  <a:txBody>
                    <a:bodyPr/>
                    <a:lstStyle/>
                    <a:p>
                      <a:pPr marL="0" marR="0">
                        <a:lnSpc>
                          <a:spcPct val="115000"/>
                        </a:lnSpc>
                        <a:spcBef>
                          <a:spcPts val="0"/>
                        </a:spcBef>
                        <a:spcAft>
                          <a:spcPts val="0"/>
                        </a:spcAft>
                        <a:tabLst>
                          <a:tab pos="882015" algn="l"/>
                        </a:tabLst>
                      </a:pPr>
                      <a:r>
                        <a:rPr lang="id-ID" sz="1100">
                          <a:effectLst/>
                        </a:rPr>
                        <a:t>LR chi2(10)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24.54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6087109"/>
                  </a:ext>
                </a:extLst>
              </a:tr>
              <a:tr h="174625">
                <a:tc>
                  <a:txBody>
                    <a:bodyPr/>
                    <a:lstStyle/>
                    <a:p>
                      <a:pPr marL="0" marR="0">
                        <a:lnSpc>
                          <a:spcPct val="115000"/>
                        </a:lnSpc>
                        <a:spcBef>
                          <a:spcPts val="0"/>
                        </a:spcBef>
                        <a:spcAft>
                          <a:spcPts val="0"/>
                        </a:spcAft>
                        <a:tabLst>
                          <a:tab pos="882015" algn="l"/>
                        </a:tabLst>
                      </a:pPr>
                      <a:r>
                        <a:rPr lang="id-ID" sz="1100">
                          <a:effectLst/>
                        </a:rPr>
                        <a:t>Prob &gt; chi2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0.0063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14066075"/>
                  </a:ext>
                </a:extLst>
              </a:tr>
              <a:tr h="163830">
                <a:tc>
                  <a:txBody>
                    <a:bodyPr/>
                    <a:lstStyle/>
                    <a:p>
                      <a:pPr marL="0" marR="0">
                        <a:lnSpc>
                          <a:spcPct val="115000"/>
                        </a:lnSpc>
                        <a:spcBef>
                          <a:spcPts val="0"/>
                        </a:spcBef>
                        <a:spcAft>
                          <a:spcPts val="0"/>
                        </a:spcAft>
                        <a:tabLst>
                          <a:tab pos="882015" algn="l"/>
                        </a:tabLst>
                      </a:pPr>
                      <a:r>
                        <a:rPr lang="id-ID" sz="1100">
                          <a:effectLst/>
                        </a:rPr>
                        <a:t>Pseudo R2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0.3937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5466883"/>
                  </a:ext>
                </a:extLst>
              </a:tr>
            </a:tbl>
          </a:graphicData>
        </a:graphic>
      </p:graphicFrame>
      <p:sp>
        <p:nvSpPr>
          <p:cNvPr id="3" name="Callout: Bent Line with Accent Bar 2">
            <a:extLst>
              <a:ext uri="{FF2B5EF4-FFF2-40B4-BE49-F238E27FC236}">
                <a16:creationId xmlns:a16="http://schemas.microsoft.com/office/drawing/2014/main" id="{603F9D0F-DF7B-6A59-F275-9A439070D235}"/>
              </a:ext>
            </a:extLst>
          </p:cNvPr>
          <p:cNvSpPr/>
          <p:nvPr/>
        </p:nvSpPr>
        <p:spPr>
          <a:xfrm>
            <a:off x="8154472" y="450761"/>
            <a:ext cx="4325155" cy="296214"/>
          </a:xfrm>
          <a:prstGeom prst="accentCallout2">
            <a:avLst>
              <a:gd name="adj1" fmla="val 31793"/>
              <a:gd name="adj2" fmla="val -11608"/>
              <a:gd name="adj3" fmla="val 18750"/>
              <a:gd name="adj4" fmla="val -16667"/>
              <a:gd name="adj5" fmla="val 112500"/>
              <a:gd name="adj6" fmla="val -4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id-ID" sz="1800" b="1" dirty="0">
                <a:effectLst/>
                <a:latin typeface="Calibri" panose="020F0502020204030204" pitchFamily="34" charset="0"/>
                <a:ea typeface="Calibri" panose="020F0502020204030204" pitchFamily="34" charset="0"/>
                <a:cs typeface="Times New Roman" panose="02020603050405020304" pitchFamily="18" charset="0"/>
              </a:rPr>
              <a:t>Analisis Regresi Multinominal Logit (Variabel dependen pilihan)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F890D50-7A71-1B8A-3729-BE2574723719}"/>
                  </a:ext>
                </a:extLst>
              </p:cNvPr>
              <p:cNvSpPr txBox="1"/>
              <p:nvPr/>
            </p:nvSpPr>
            <p:spPr>
              <a:xfrm>
                <a:off x="6233375" y="1142911"/>
                <a:ext cx="5958625" cy="2922275"/>
              </a:xfrm>
              <a:prstGeom prst="rect">
                <a:avLst/>
              </a:prstGeom>
              <a:noFill/>
            </p:spPr>
            <p:txBody>
              <a:bodyPr wrap="square">
                <a:spAutoFit/>
              </a:bodyPr>
              <a:lstStyle/>
              <a:p>
                <a:pPr marL="0" marR="0">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Persamaan Regresi Mlogit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14:m>
                  <m:oMath xmlns:m="http://schemas.openxmlformats.org/officeDocument/2006/math">
                    <m:r>
                      <a:rPr lang="id-ID" sz="1800" i="1">
                        <a:effectLst/>
                        <a:latin typeface="Cambria Math" panose="02040503050406030204" pitchFamily="18" charset="0"/>
                        <a:ea typeface="Calibri" panose="020F0502020204030204" pitchFamily="34" charset="0"/>
                        <a:cs typeface="Times New Roman" panose="02020603050405020304" pitchFamily="18" charset="0"/>
                      </a:rPr>
                      <m:t>𝑙𝑜𝑔</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id-ID" sz="18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id-ID" sz="1800" i="1">
                                    <a:effectLst/>
                                    <a:latin typeface="Cambria Math" panose="02040503050406030204" pitchFamily="18" charset="0"/>
                                    <a:ea typeface="Calibri" panose="020F0502020204030204" pitchFamily="34" charset="0"/>
                                    <a:cs typeface="Times New Roman" panose="02020603050405020304" pitchFamily="18" charset="0"/>
                                  </a:rPr>
                                  <m:t>𝑇𝑟𝑎𝑛𝑠</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𝑀𝑒𝑡𝑟𝑜</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𝐵𝑎𝑛𝑑𝑢𝑛𝑔</m:t>
                                </m:r>
                              </m:e>
                            </m:d>
                          </m:num>
                          <m:den>
                            <m:r>
                              <a:rPr lang="id-ID" sz="18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id-ID" sz="1800" i="1">
                                    <a:effectLst/>
                                    <a:latin typeface="Cambria Math" panose="02040503050406030204" pitchFamily="18" charset="0"/>
                                    <a:ea typeface="Calibri" panose="020F0502020204030204" pitchFamily="34" charset="0"/>
                                    <a:cs typeface="Times New Roman" panose="02020603050405020304" pitchFamily="18" charset="0"/>
                                  </a:rPr>
                                  <m:t>𝑇𝑟𝑎𝑛𝑠</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𝑀𝑒𝑡𝑟𝑜</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𝑃𝑎𝑠𝑢𝑛𝑑𝑎𝑛</m:t>
                                </m:r>
                              </m:e>
                            </m:d>
                          </m:den>
                        </m:f>
                      </m:e>
                    </m:d>
                    <m:r>
                      <a:rPr lang="id-ID" sz="1800" i="1">
                        <a:effectLst/>
                        <a:latin typeface="Cambria Math" panose="02040503050406030204" pitchFamily="18" charset="0"/>
                        <a:ea typeface="Calibri" panose="020F0502020204030204" pitchFamily="34" charset="0"/>
                        <a:cs typeface="Times New Roman" panose="02020603050405020304" pitchFamily="18" charset="0"/>
                      </a:rPr>
                      <m:t>=14.088−2.338.</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𝑊𝑎𝑘𝑡𝑢</m:t>
                    </m:r>
                    <m:r>
                      <a:rPr lang="id-ID" sz="1800" i="1">
                        <a:effectLst/>
                        <a:latin typeface="Cambria Math" panose="02040503050406030204" pitchFamily="18" charset="0"/>
                        <a:ea typeface="Calibri" panose="020F0502020204030204" pitchFamily="34" charset="0"/>
                        <a:cs typeface="Times New Roman" panose="02020603050405020304" pitchFamily="18" charset="0"/>
                      </a:rPr>
                      <m:t>−2.101.</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𝐵𝑖𝑎𝑦𝑎</m:t>
                    </m:r>
                    <m:r>
                      <a:rPr lang="id-ID" sz="1800" i="1">
                        <a:effectLst/>
                        <a:latin typeface="Cambria Math" panose="02040503050406030204" pitchFamily="18" charset="0"/>
                        <a:ea typeface="Calibri" panose="020F0502020204030204" pitchFamily="34" charset="0"/>
                        <a:cs typeface="Times New Roman" panose="02020603050405020304" pitchFamily="18" charset="0"/>
                      </a:rPr>
                      <m:t>−4.264.</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𝐾𝑒𝑛𝑦𝑎𝑚𝑎𝑛𝑎𝑛</m:t>
                    </m:r>
                    <m:r>
                      <a:rPr lang="id-ID" sz="1800" i="1">
                        <a:effectLst/>
                        <a:latin typeface="Cambria Math" panose="02040503050406030204" pitchFamily="18" charset="0"/>
                        <a:ea typeface="Calibri" panose="020F0502020204030204" pitchFamily="34" charset="0"/>
                        <a:cs typeface="Times New Roman" panose="02020603050405020304" pitchFamily="18" charset="0"/>
                      </a:rPr>
                      <m:t>+2.596.</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𝐴𝑘𝑠𝑒𝑠𝑏𝑖𝑙𝑖𝑡𝑎𝑠</m:t>
                    </m:r>
                    <m:r>
                      <a:rPr lang="id-ID" sz="1800" i="1">
                        <a:effectLst/>
                        <a:latin typeface="Cambria Math" panose="02040503050406030204" pitchFamily="18" charset="0"/>
                        <a:ea typeface="Calibri" panose="020F0502020204030204" pitchFamily="34" charset="0"/>
                        <a:cs typeface="Times New Roman" panose="02020603050405020304" pitchFamily="18" charset="0"/>
                      </a:rPr>
                      <m:t>+2.282.</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𝐾𝑒𝑎𝑚𝑎𝑛𝑎𝑛</m:t>
                    </m:r>
                  </m:oMath>
                </a14:m>
                <a:r>
                  <a:rPr lang="id-ID"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14:m>
                  <m:oMath xmlns:m="http://schemas.openxmlformats.org/officeDocument/2006/math">
                    <m:r>
                      <a:rPr lang="id-ID" sz="1800" i="1">
                        <a:effectLst/>
                        <a:latin typeface="Cambria Math" panose="02040503050406030204" pitchFamily="18" charset="0"/>
                        <a:ea typeface="Calibri" panose="020F0502020204030204" pitchFamily="34" charset="0"/>
                        <a:cs typeface="Times New Roman" panose="02020603050405020304" pitchFamily="18" charset="0"/>
                      </a:rPr>
                      <m:t>𝑙𝑜𝑔</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id-ID" sz="18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id-ID" sz="1800" i="1">
                                    <a:effectLst/>
                                    <a:latin typeface="Cambria Math" panose="02040503050406030204" pitchFamily="18" charset="0"/>
                                    <a:ea typeface="Calibri" panose="020F0502020204030204" pitchFamily="34" charset="0"/>
                                    <a:cs typeface="Times New Roman" panose="02020603050405020304" pitchFamily="18" charset="0"/>
                                  </a:rPr>
                                  <m:t>𝐿𝑅𝑇</m:t>
                                </m:r>
                              </m:e>
                            </m:d>
                          </m:num>
                          <m:den>
                            <m:r>
                              <a:rPr lang="id-ID" sz="18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id-ID" sz="1800" i="1">
                                    <a:effectLst/>
                                    <a:latin typeface="Cambria Math" panose="02040503050406030204" pitchFamily="18" charset="0"/>
                                    <a:ea typeface="Calibri" panose="020F0502020204030204" pitchFamily="34" charset="0"/>
                                    <a:cs typeface="Times New Roman" panose="02020603050405020304" pitchFamily="18" charset="0"/>
                                  </a:rPr>
                                  <m:t>𝑇𝑟𝑎𝑛𝑠</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𝑀𝑒𝑡𝑟𝑜</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𝑃𝑎𝑠𝑢𝑛𝑑𝑎𝑛</m:t>
                                </m:r>
                              </m:e>
                            </m:d>
                          </m:den>
                        </m:f>
                      </m:e>
                    </m:d>
                    <m:r>
                      <a:rPr lang="id-ID" sz="1800" i="1">
                        <a:effectLst/>
                        <a:latin typeface="Cambria Math" panose="02040503050406030204" pitchFamily="18" charset="0"/>
                        <a:ea typeface="Calibri" panose="020F0502020204030204" pitchFamily="34" charset="0"/>
                        <a:cs typeface="Times New Roman" panose="02020603050405020304" pitchFamily="18" charset="0"/>
                      </a:rPr>
                      <m:t>=6.028−1.886.</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𝑊𝑎𝑘𝑡𝑢</m:t>
                    </m:r>
                    <m:r>
                      <a:rPr lang="id-ID" sz="1800" i="1">
                        <a:effectLst/>
                        <a:latin typeface="Cambria Math" panose="02040503050406030204" pitchFamily="18" charset="0"/>
                        <a:ea typeface="Calibri" panose="020F0502020204030204" pitchFamily="34" charset="0"/>
                        <a:cs typeface="Times New Roman" panose="02020603050405020304" pitchFamily="18" charset="0"/>
                      </a:rPr>
                      <m:t>−1.136.</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𝐵𝑖𝑎𝑦𝑎</m:t>
                    </m:r>
                    <m:r>
                      <a:rPr lang="id-ID" sz="1800" i="1">
                        <a:effectLst/>
                        <a:latin typeface="Cambria Math" panose="02040503050406030204" pitchFamily="18" charset="0"/>
                        <a:ea typeface="Calibri" panose="020F0502020204030204" pitchFamily="34" charset="0"/>
                        <a:cs typeface="Times New Roman" panose="02020603050405020304" pitchFamily="18" charset="0"/>
                      </a:rPr>
                      <m:t>−3.522.</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𝐾𝑒𝑛𝑦𝑎𝑚𝑎𝑛𝑎𝑛</m:t>
                    </m:r>
                    <m:r>
                      <a:rPr lang="id-ID" sz="1800" i="1">
                        <a:effectLst/>
                        <a:latin typeface="Cambria Math" panose="02040503050406030204" pitchFamily="18" charset="0"/>
                        <a:ea typeface="Calibri" panose="020F0502020204030204" pitchFamily="34" charset="0"/>
                        <a:cs typeface="Times New Roman" panose="02020603050405020304" pitchFamily="18" charset="0"/>
                      </a:rPr>
                      <m:t>+1.711.</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𝐴𝑘𝑠𝑒𝑠𝑏𝑖𝑙𝑖𝑡𝑎𝑠</m:t>
                    </m:r>
                    <m:r>
                      <a:rPr lang="id-ID" sz="1800" i="1">
                        <a:effectLst/>
                        <a:latin typeface="Cambria Math" panose="02040503050406030204" pitchFamily="18" charset="0"/>
                        <a:ea typeface="Calibri" panose="020F0502020204030204" pitchFamily="34" charset="0"/>
                        <a:cs typeface="Times New Roman" panose="02020603050405020304" pitchFamily="18" charset="0"/>
                      </a:rPr>
                      <m:t>+3.007.</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𝐾𝑒𝑛𝑦𝑎𝑚𝑎𝑛𝑎𝑛</m:t>
                    </m:r>
                  </m:oMath>
                </a14:m>
                <a:r>
                  <a:rPr lang="id-ID"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FF890D50-7A71-1B8A-3729-BE2574723719}"/>
                  </a:ext>
                </a:extLst>
              </p:cNvPr>
              <p:cNvSpPr txBox="1">
                <a:spLocks noRot="1" noChangeAspect="1" noMove="1" noResize="1" noEditPoints="1" noAdjustHandles="1" noChangeArrowheads="1" noChangeShapeType="1" noTextEdit="1"/>
              </p:cNvSpPr>
              <p:nvPr/>
            </p:nvSpPr>
            <p:spPr>
              <a:xfrm>
                <a:off x="6233375" y="1142911"/>
                <a:ext cx="5958625" cy="2922275"/>
              </a:xfrm>
              <a:prstGeom prst="rect">
                <a:avLst/>
              </a:prstGeom>
              <a:blipFill>
                <a:blip r:embed="rId2"/>
                <a:stretch>
                  <a:fillRect l="-921" t="-208" b="-625"/>
                </a:stretch>
              </a:blipFill>
            </p:spPr>
            <p:txBody>
              <a:bodyPr/>
              <a:lstStyle/>
              <a:p>
                <a:r>
                  <a:rPr lang="en-US">
                    <a:noFill/>
                  </a:rPr>
                  <a:t> </a:t>
                </a:r>
              </a:p>
            </p:txBody>
          </p:sp>
        </mc:Fallback>
      </mc:AlternateContent>
    </p:spTree>
    <p:extLst>
      <p:ext uri="{BB962C8B-B14F-4D97-AF65-F5344CB8AC3E}">
        <p14:creationId xmlns:p14="http://schemas.microsoft.com/office/powerpoint/2010/main" val="2362762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D4CAEDF-0779-51D7-DC18-4C0B56870329}"/>
              </a:ext>
            </a:extLst>
          </p:cNvPr>
          <p:cNvSpPr txBox="1">
            <a:spLocks noGrp="1"/>
          </p:cNvSpPr>
          <p:nvPr>
            <p:ph idx="1"/>
          </p:nvPr>
        </p:nvSpPr>
        <p:spPr>
          <a:xfrm>
            <a:off x="670775" y="936983"/>
            <a:ext cx="10515600" cy="4351338"/>
          </a:xfrm>
          <a:prstGeom prst="rect">
            <a:avLst/>
          </a:prstGeom>
          <a:noFill/>
        </p:spPr>
        <p:txBody>
          <a:bodyPr wrap="square">
            <a:spAutoFit/>
          </a:bodyPr>
          <a:lstStyle/>
          <a:p>
            <a:pPr marL="0" marR="0">
              <a:lnSpc>
                <a:spcPct val="115000"/>
              </a:lnSpc>
              <a:spcBef>
                <a:spcPts val="0"/>
              </a:spcBef>
              <a:spcAft>
                <a:spcPts val="1000"/>
              </a:spcAft>
              <a:tabLst>
                <a:tab pos="882015" algn="l"/>
              </a:tabLst>
            </a:pPr>
            <a:r>
              <a:rPr lang="id-ID" sz="1800" b="1" dirty="0">
                <a:effectLst/>
                <a:latin typeface="Calibri" panose="020F0502020204030204" pitchFamily="34" charset="0"/>
                <a:ea typeface="Calibri" panose="020F0502020204030204" pitchFamily="34" charset="0"/>
                <a:cs typeface="Times New Roman" panose="02020603050405020304" pitchFamily="18" charset="0"/>
              </a:rPr>
              <a:t>Intrepetasi Singkat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id-ID" sz="1800" b="1" dirty="0">
                <a:effectLst/>
                <a:latin typeface="Calibri" panose="020F0502020204030204" pitchFamily="34" charset="0"/>
                <a:ea typeface="Calibri" panose="020F0502020204030204" pitchFamily="34" charset="0"/>
                <a:cs typeface="Times New Roman" panose="02020603050405020304" pitchFamily="18" charset="0"/>
              </a:rPr>
              <a:t>Kategori 1 vs Kategori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id-ID" sz="1800" dirty="0">
                <a:effectLst/>
                <a:latin typeface="Calibri" panose="020F0502020204030204" pitchFamily="34" charset="0"/>
                <a:ea typeface="Calibri" panose="020F0502020204030204" pitchFamily="34" charset="0"/>
                <a:cs typeface="Times New Roman" panose="02020603050405020304" pitchFamily="18" charset="0"/>
              </a:rPr>
              <a:t>1. Biaya dengan koefisien: -2.1013 (p = 0.048)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id-ID" sz="1800" dirty="0">
                <a:effectLst/>
                <a:latin typeface="Calibri" panose="020F0502020204030204" pitchFamily="34" charset="0"/>
                <a:ea typeface="Calibri" panose="020F0502020204030204" pitchFamily="34" charset="0"/>
                <a:cs typeface="Times New Roman" panose="02020603050405020304" pitchFamily="18" charset="0"/>
              </a:rPr>
              <a:t>Koefisien negatif signifikan menunjukkan bahwa semakin positif penilaian terhadap biaya, semakin kecil kemungkinan memilih Kategori 1 dibandingkan Kategori 2. Hasil ini signifikan pada tingkat 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id-ID" sz="1800" dirty="0">
                <a:effectLst/>
                <a:latin typeface="Calibri" panose="020F0502020204030204" pitchFamily="34" charset="0"/>
                <a:ea typeface="Calibri" panose="020F0502020204030204" pitchFamily="34" charset="0"/>
                <a:cs typeface="Times New Roman" panose="02020603050405020304" pitchFamily="18" charset="0"/>
              </a:rPr>
              <a:t>2. Kenyamanan dengan koefisien  -4.2644 (p = 0.012)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id-ID" sz="1800" dirty="0">
                <a:effectLst/>
                <a:latin typeface="Calibri" panose="020F0502020204030204" pitchFamily="34" charset="0"/>
                <a:ea typeface="Calibri" panose="020F0502020204030204" pitchFamily="34" charset="0"/>
                <a:cs typeface="Times New Roman" panose="02020603050405020304" pitchFamily="18" charset="0"/>
              </a:rPr>
              <a:t>Koefisien negatif yang sangat signifikan berarti bahwa penilaian kenyamanan yang lebih baik secara signifikan mengurangi kemungkinan memilih Kategori 1 dibandingkan Kategori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93583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D4CAEDF-0779-51D7-DC18-4C0B56870329}"/>
              </a:ext>
            </a:extLst>
          </p:cNvPr>
          <p:cNvSpPr txBox="1">
            <a:spLocks noGrp="1"/>
          </p:cNvSpPr>
          <p:nvPr>
            <p:ph idx="1"/>
          </p:nvPr>
        </p:nvSpPr>
        <p:spPr>
          <a:xfrm>
            <a:off x="670775" y="936983"/>
            <a:ext cx="10515600" cy="4028539"/>
          </a:xfrm>
          <a:prstGeom prst="rect">
            <a:avLst/>
          </a:prstGeom>
          <a:noFill/>
        </p:spPr>
        <p:txBody>
          <a:bodyPr wrap="square">
            <a:spAutoFit/>
          </a:bodyPr>
          <a:lstStyle/>
          <a:p>
            <a:pPr marL="0" marR="0">
              <a:lnSpc>
                <a:spcPct val="115000"/>
              </a:lnSpc>
              <a:spcBef>
                <a:spcPts val="0"/>
              </a:spcBef>
              <a:spcAft>
                <a:spcPts val="1000"/>
              </a:spcAft>
            </a:pPr>
            <a:r>
              <a:rPr lang="id-ID" sz="1800" b="1" dirty="0">
                <a:effectLst/>
                <a:latin typeface="Calibri" panose="020F0502020204030204" pitchFamily="34" charset="0"/>
                <a:ea typeface="Calibri" panose="020F0502020204030204" pitchFamily="34" charset="0"/>
                <a:cs typeface="Times New Roman" panose="02020603050405020304" pitchFamily="18" charset="0"/>
              </a:rPr>
              <a:t>Kategori 3 vs Kategori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id-ID" sz="1800" dirty="0">
                <a:effectLst/>
                <a:latin typeface="Calibri" panose="020F0502020204030204" pitchFamily="34" charset="0"/>
                <a:ea typeface="Calibri" panose="020F0502020204030204" pitchFamily="34" charset="0"/>
                <a:cs typeface="Times New Roman" panose="02020603050405020304" pitchFamily="18" charset="0"/>
              </a:rPr>
              <a:t>1. Kenyamanan dengan Koefisien -3.5222 (p = 0.025)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id-ID" sz="1800" dirty="0">
                <a:effectLst/>
                <a:latin typeface="Calibri" panose="020F0502020204030204" pitchFamily="34" charset="0"/>
                <a:ea typeface="Calibri" panose="020F0502020204030204" pitchFamily="34" charset="0"/>
                <a:cs typeface="Times New Roman" panose="02020603050405020304" pitchFamily="18" charset="0"/>
              </a:rPr>
              <a:t>Koefisien negatif signifikan berarti bahwa penilaian kenyamanan yang lebih baik secara signifikan mengurangi kemungkinan memilih Kategori 3 dibandingkan Kategori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id-ID" sz="1800" dirty="0">
                <a:effectLst/>
                <a:latin typeface="Calibri" panose="020F0502020204030204" pitchFamily="34" charset="0"/>
                <a:ea typeface="Calibri" panose="020F0502020204030204" pitchFamily="34" charset="0"/>
                <a:cs typeface="Times New Roman" panose="02020603050405020304" pitchFamily="18" charset="0"/>
              </a:rPr>
              <a:t>2.Keamanan dengan Koefisien 3.0072 (p = 0.025)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id-ID" sz="1800" dirty="0">
                <a:effectLst/>
                <a:latin typeface="Calibri" panose="020F0502020204030204" pitchFamily="34" charset="0"/>
                <a:ea typeface="Calibri" panose="020F0502020204030204" pitchFamily="34" charset="0"/>
                <a:cs typeface="Times New Roman" panose="02020603050405020304" pitchFamily="18" charset="0"/>
              </a:rPr>
              <a:t>Koefisien positif dan signifikan menunjukkan bahwa penilaian keamanan yang lebih baik secara signifikan meningkatkan kemungkinan memilih Kategori 3 dibandingkan Kategori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id-ID" sz="1800" b="1" dirty="0">
                <a:effectLst/>
                <a:latin typeface="Calibri" panose="020F0502020204030204" pitchFamily="34" charset="0"/>
                <a:ea typeface="Calibri" panose="020F0502020204030204" pitchFamily="34" charset="0"/>
                <a:cs typeface="Times New Roman" panose="02020603050405020304" pitchFamily="18" charset="0"/>
              </a:rPr>
              <a:t>Kesimpulan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15000"/>
              </a:lnSpc>
              <a:spcBef>
                <a:spcPts val="0"/>
              </a:spcBef>
              <a:spcAft>
                <a:spcPts val="1000"/>
              </a:spcAft>
            </a:pPr>
            <a:r>
              <a:rPr lang="id-ID" sz="1800" dirty="0">
                <a:effectLst/>
                <a:latin typeface="Calibri" panose="020F0502020204030204" pitchFamily="34" charset="0"/>
                <a:ea typeface="Calibri" panose="020F0502020204030204" pitchFamily="34" charset="0"/>
                <a:cs typeface="Times New Roman" panose="02020603050405020304" pitchFamily="18" charset="0"/>
              </a:rPr>
              <a:t>Kenyamanan, Biaya, dan Waktu mengurangi kemungkinan memilih Kategori 1, sementara  Keamanan dan Aksesibilitas cenderung meningkatkan kemungkinan memilih kategori 2, meskipun tidak selalu signifikan.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4108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D4CAEDF-0779-51D7-DC18-4C0B56870329}"/>
              </a:ext>
            </a:extLst>
          </p:cNvPr>
          <p:cNvSpPr txBox="1">
            <a:spLocks noGrp="1"/>
          </p:cNvSpPr>
          <p:nvPr>
            <p:ph idx="1"/>
          </p:nvPr>
        </p:nvSpPr>
        <p:spPr>
          <a:xfrm>
            <a:off x="670775" y="936983"/>
            <a:ext cx="10515600" cy="3834127"/>
          </a:xfrm>
          <a:prstGeom prst="rect">
            <a:avLst/>
          </a:prstGeom>
          <a:noFill/>
        </p:spPr>
        <p:txBody>
          <a:bodyPr wrap="square">
            <a:spAutoFit/>
          </a:bodyPr>
          <a:lstStyle/>
          <a:p>
            <a:pPr marL="0" marR="0">
              <a:lnSpc>
                <a:spcPct val="115000"/>
              </a:lnSpc>
              <a:spcBef>
                <a:spcPts val="0"/>
              </a:spcBef>
              <a:spcAft>
                <a:spcPts val="1000"/>
              </a:spcAft>
            </a:pPr>
            <a:r>
              <a:rPr lang="id-ID" sz="1800" b="1" dirty="0">
                <a:effectLst/>
                <a:latin typeface="Calibri" panose="020F0502020204030204" pitchFamily="34" charset="0"/>
                <a:ea typeface="Calibri" panose="020F0502020204030204" pitchFamily="34" charset="0"/>
                <a:cs typeface="Times New Roman" panose="02020603050405020304" pitchFamily="18" charset="0"/>
              </a:rPr>
              <a:t>Kategori 3 vs Kategori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15000"/>
              </a:lnSpc>
              <a:spcBef>
                <a:spcPts val="0"/>
              </a:spcBef>
              <a:spcAft>
                <a:spcPts val="1000"/>
              </a:spcAft>
            </a:pPr>
            <a:r>
              <a:rPr lang="id-ID" sz="1800" dirty="0">
                <a:effectLst/>
                <a:latin typeface="Calibri" panose="020F0502020204030204" pitchFamily="34" charset="0"/>
                <a:ea typeface="Calibri" panose="020F0502020204030204" pitchFamily="34" charset="0"/>
                <a:cs typeface="Times New Roman" panose="02020603050405020304" pitchFamily="18" charset="0"/>
              </a:rPr>
              <a:t>Keamanan dan Kenyamanan merupakan faktor signifikan. Penilaian keamanan yang lebih baik meningkatkan preferensi terhadap Kategori 3, sementara penilaian kenyamanan yang lebih baik secara signifikan mengurangi kemungkinan memilih Kategori 3 dibandingkan Kategori 2. Hal ini menunjukkan bahwa Kategori 2 (Trans Metro Pasundan) lebih disukai karena kenyamanan, sedangkan Kategori 3 (LRT) lebih dipilih karena keamanannya  dan variabel waktu, biaya, kenyamanan, dan keamanan memiliki pengaruh yang signifikan terhadap pemilihan moda transportasi, dengan kenyamanan dan keamanan menjadi faktor penting dalam keputusan tersebut.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just">
              <a:lnSpc>
                <a:spcPct val="115000"/>
              </a:lnSpc>
              <a:spcBef>
                <a:spcPts val="0"/>
              </a:spcBef>
              <a:spcAft>
                <a:spcPts val="1000"/>
              </a:spcAft>
            </a:pPr>
            <a:r>
              <a:rPr lang="id-ID" sz="1800" dirty="0">
                <a:effectLst/>
                <a:latin typeface="Calibri" panose="020F0502020204030204" pitchFamily="34" charset="0"/>
                <a:ea typeface="Calibri" panose="020F0502020204030204" pitchFamily="34" charset="0"/>
                <a:cs typeface="Times New Roman" panose="02020603050405020304" pitchFamily="18" charset="0"/>
              </a:rPr>
              <a:t>Secara keseluruhan nilai Log likelihood sebesar -18.88973 dan LR chi2(10) sebesar 24.54 dengan p-value 0.0063 menunjukkan bahwa model secara keseluruhan signifikan. Pseudo R2 sebesar 0.3937 menunjukkan bahwa model menjelaskan sekitar 39.37% variasi dalam data.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23347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43F75EB-C173-D33B-9502-057FF0AB808C}"/>
              </a:ext>
            </a:extLst>
          </p:cNvPr>
          <p:cNvGraphicFramePr>
            <a:graphicFrameLocks noGrp="1"/>
          </p:cNvGraphicFramePr>
          <p:nvPr>
            <p:ph idx="1"/>
            <p:extLst>
              <p:ext uri="{D42A27DB-BD31-4B8C-83A1-F6EECF244321}">
                <p14:modId xmlns:p14="http://schemas.microsoft.com/office/powerpoint/2010/main" val="1964325834"/>
              </p:ext>
            </p:extLst>
          </p:nvPr>
        </p:nvGraphicFramePr>
        <p:xfrm>
          <a:off x="364625" y="344786"/>
          <a:ext cx="5538470" cy="3629660"/>
        </p:xfrm>
        <a:graphic>
          <a:graphicData uri="http://schemas.openxmlformats.org/drawingml/2006/table">
            <a:tbl>
              <a:tblPr firstRow="1" firstCol="1" bandRow="1">
                <a:tableStyleId>{5C22544A-7EE6-4342-B048-85BDC9FD1C3A}</a:tableStyleId>
              </a:tblPr>
              <a:tblGrid>
                <a:gridCol w="1343660">
                  <a:extLst>
                    <a:ext uri="{9D8B030D-6E8A-4147-A177-3AD203B41FA5}">
                      <a16:colId xmlns:a16="http://schemas.microsoft.com/office/drawing/2014/main" val="2586892452"/>
                    </a:ext>
                  </a:extLst>
                </a:gridCol>
                <a:gridCol w="1350645">
                  <a:extLst>
                    <a:ext uri="{9D8B030D-6E8A-4147-A177-3AD203B41FA5}">
                      <a16:colId xmlns:a16="http://schemas.microsoft.com/office/drawing/2014/main" val="3634613310"/>
                    </a:ext>
                  </a:extLst>
                </a:gridCol>
                <a:gridCol w="1153795">
                  <a:extLst>
                    <a:ext uri="{9D8B030D-6E8A-4147-A177-3AD203B41FA5}">
                      <a16:colId xmlns:a16="http://schemas.microsoft.com/office/drawing/2014/main" val="2351086354"/>
                    </a:ext>
                  </a:extLst>
                </a:gridCol>
                <a:gridCol w="903605">
                  <a:extLst>
                    <a:ext uri="{9D8B030D-6E8A-4147-A177-3AD203B41FA5}">
                      <a16:colId xmlns:a16="http://schemas.microsoft.com/office/drawing/2014/main" val="1871180146"/>
                    </a:ext>
                  </a:extLst>
                </a:gridCol>
                <a:gridCol w="786765">
                  <a:extLst>
                    <a:ext uri="{9D8B030D-6E8A-4147-A177-3AD203B41FA5}">
                      <a16:colId xmlns:a16="http://schemas.microsoft.com/office/drawing/2014/main" val="233175607"/>
                    </a:ext>
                  </a:extLst>
                </a:gridCol>
              </a:tblGrid>
              <a:tr h="165100">
                <a:tc>
                  <a:txBody>
                    <a:bodyPr/>
                    <a:lstStyle/>
                    <a:p>
                      <a:pPr marL="0" marR="0" algn="ctr">
                        <a:lnSpc>
                          <a:spcPct val="115000"/>
                        </a:lnSpc>
                        <a:spcBef>
                          <a:spcPts val="0"/>
                        </a:spcBef>
                        <a:spcAft>
                          <a:spcPts val="0"/>
                        </a:spcAft>
                        <a:tabLst>
                          <a:tab pos="882015" algn="l"/>
                        </a:tabLst>
                      </a:pPr>
                      <a:r>
                        <a:rPr lang="id-ID" sz="1100">
                          <a:effectLst/>
                        </a:rPr>
                        <a:t>Variables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Coefficient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Std.Error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Z</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P&gt;ǀzǀ</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99316131"/>
                  </a:ext>
                </a:extLst>
              </a:tr>
              <a:tr h="175260">
                <a:tc gridSpan="5">
                  <a:txBody>
                    <a:bodyPr/>
                    <a:lstStyle/>
                    <a:p>
                      <a:pPr marL="0" marR="0" algn="ctr">
                        <a:lnSpc>
                          <a:spcPct val="115000"/>
                        </a:lnSpc>
                        <a:spcBef>
                          <a:spcPts val="0"/>
                        </a:spcBef>
                        <a:spcAft>
                          <a:spcPts val="0"/>
                        </a:spcAft>
                        <a:tabLst>
                          <a:tab pos="882015" algn="l"/>
                        </a:tabLst>
                      </a:pPr>
                      <a:r>
                        <a:rPr lang="id-ID" sz="1100">
                          <a:effectLst/>
                        </a:rPr>
                        <a:t>Category 1 (Trans Metro Bandung)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29983476"/>
                  </a:ext>
                </a:extLst>
              </a:tr>
              <a:tr h="165100">
                <a:tc>
                  <a:txBody>
                    <a:bodyPr/>
                    <a:lstStyle/>
                    <a:p>
                      <a:pPr marL="0" marR="0" algn="ctr">
                        <a:lnSpc>
                          <a:spcPct val="115000"/>
                        </a:lnSpc>
                        <a:spcBef>
                          <a:spcPts val="0"/>
                        </a:spcBef>
                        <a:spcAft>
                          <a:spcPts val="0"/>
                        </a:spcAft>
                        <a:tabLst>
                          <a:tab pos="882015" algn="l"/>
                        </a:tabLst>
                      </a:pPr>
                      <a:r>
                        <a:rPr lang="id-ID" sz="1100">
                          <a:effectLst/>
                        </a:rPr>
                        <a: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11.7752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7.6028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1.55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0.121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67011405"/>
                  </a:ext>
                </a:extLst>
              </a:tr>
              <a:tr h="165100">
                <a:tc>
                  <a:txBody>
                    <a:bodyPr/>
                    <a:lstStyle/>
                    <a:p>
                      <a:pPr marL="0" marR="0" algn="ctr">
                        <a:lnSpc>
                          <a:spcPct val="115000"/>
                        </a:lnSpc>
                        <a:spcBef>
                          <a:spcPts val="0"/>
                        </a:spcBef>
                        <a:spcAft>
                          <a:spcPts val="0"/>
                        </a:spcAft>
                        <a:tabLst>
                          <a:tab pos="882015" algn="l"/>
                        </a:tabLst>
                      </a:pPr>
                      <a:r>
                        <a:rPr lang="id-ID" sz="1100">
                          <a:effectLst/>
                        </a:rPr>
                        <a:t>Waktu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-1.9447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0.9815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-1.98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0.048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249816"/>
                  </a:ext>
                </a:extLst>
              </a:tr>
              <a:tr h="165100">
                <a:tc>
                  <a:txBody>
                    <a:bodyPr/>
                    <a:lstStyle/>
                    <a:p>
                      <a:pPr marL="0" marR="0" algn="ctr">
                        <a:lnSpc>
                          <a:spcPct val="115000"/>
                        </a:lnSpc>
                        <a:spcBef>
                          <a:spcPts val="0"/>
                        </a:spcBef>
                        <a:spcAft>
                          <a:spcPts val="0"/>
                        </a:spcAft>
                        <a:tabLst>
                          <a:tab pos="882015" algn="l"/>
                        </a:tabLst>
                      </a:pPr>
                      <a:r>
                        <a:rPr lang="id-ID" sz="1100">
                          <a:effectLst/>
                        </a:rPr>
                        <a:t>Biaya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-1.6262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0.8160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-1.99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0.046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5592476"/>
                  </a:ext>
                </a:extLst>
              </a:tr>
              <a:tr h="175260">
                <a:tc>
                  <a:txBody>
                    <a:bodyPr/>
                    <a:lstStyle/>
                    <a:p>
                      <a:pPr marL="0" marR="0" algn="ctr">
                        <a:lnSpc>
                          <a:spcPct val="115000"/>
                        </a:lnSpc>
                        <a:spcBef>
                          <a:spcPts val="0"/>
                        </a:spcBef>
                        <a:spcAft>
                          <a:spcPts val="0"/>
                        </a:spcAft>
                        <a:tabLst>
                          <a:tab pos="882015" algn="l"/>
                        </a:tabLst>
                      </a:pPr>
                      <a:r>
                        <a:rPr lang="id-ID" sz="1100">
                          <a:effectLst/>
                        </a:rPr>
                        <a:t>Kenyamanan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-3.3483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1.2954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-2.58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1820031"/>
                  </a:ext>
                </a:extLst>
              </a:tr>
              <a:tr h="165100">
                <a:tc>
                  <a:txBody>
                    <a:bodyPr/>
                    <a:lstStyle/>
                    <a:p>
                      <a:pPr marL="0" marR="0" algn="ctr">
                        <a:lnSpc>
                          <a:spcPct val="115000"/>
                        </a:lnSpc>
                        <a:spcBef>
                          <a:spcPts val="0"/>
                        </a:spcBef>
                        <a:spcAft>
                          <a:spcPts val="0"/>
                        </a:spcAft>
                        <a:tabLst>
                          <a:tab pos="882015" algn="l"/>
                        </a:tabLst>
                      </a:pPr>
                      <a:r>
                        <a:rPr lang="id-ID" sz="1100">
                          <a:effectLst/>
                        </a:rPr>
                        <a:t>Aksesbilitas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1.9994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1.2256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1.63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0.103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9406295"/>
                  </a:ext>
                </a:extLst>
              </a:tr>
              <a:tr h="165100">
                <a:tc>
                  <a:txBody>
                    <a:bodyPr/>
                    <a:lstStyle/>
                    <a:p>
                      <a:pPr marL="0" marR="0" algn="ctr">
                        <a:lnSpc>
                          <a:spcPct val="115000"/>
                        </a:lnSpc>
                        <a:spcBef>
                          <a:spcPts val="0"/>
                        </a:spcBef>
                        <a:spcAft>
                          <a:spcPts val="0"/>
                        </a:spcAft>
                        <a:tabLst>
                          <a:tab pos="882015" algn="l"/>
                        </a:tabLst>
                      </a:pPr>
                      <a:r>
                        <a:rPr lang="id-ID" sz="1100">
                          <a:effectLst/>
                        </a:rPr>
                        <a:t>Keamanan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1.7245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0.8915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1.93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0.053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448163"/>
                  </a:ext>
                </a:extLst>
              </a:tr>
              <a:tr h="165100">
                <a:tc gridSpan="5">
                  <a:txBody>
                    <a:bodyPr/>
                    <a:lstStyle/>
                    <a:p>
                      <a:pPr marL="0" marR="0" algn="ctr">
                        <a:lnSpc>
                          <a:spcPct val="115000"/>
                        </a:lnSpc>
                        <a:spcBef>
                          <a:spcPts val="0"/>
                        </a:spcBef>
                        <a:spcAft>
                          <a:spcPts val="0"/>
                        </a:spcAft>
                        <a:tabLst>
                          <a:tab pos="882015" algn="l"/>
                        </a:tabLst>
                      </a:pPr>
                      <a:r>
                        <a:rPr lang="id-ID" sz="1100">
                          <a:effectLst/>
                        </a:rPr>
                        <a:t>Category 2 (Based Outcome)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19219547"/>
                  </a:ext>
                </a:extLst>
              </a:tr>
              <a:tr h="175260">
                <a:tc gridSpan="5">
                  <a:txBody>
                    <a:bodyPr/>
                    <a:lstStyle/>
                    <a:p>
                      <a:pPr marL="0" marR="0" algn="ctr">
                        <a:lnSpc>
                          <a:spcPct val="115000"/>
                        </a:lnSpc>
                        <a:spcBef>
                          <a:spcPts val="0"/>
                        </a:spcBef>
                        <a:spcAft>
                          <a:spcPts val="0"/>
                        </a:spcAft>
                        <a:tabLst>
                          <a:tab pos="882015" algn="l"/>
                        </a:tabLst>
                      </a:pPr>
                      <a:r>
                        <a:rPr lang="id-ID" sz="1100">
                          <a:effectLst/>
                        </a:rPr>
                        <a:t>Category 3 (LRT)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23894773"/>
                  </a:ext>
                </a:extLst>
              </a:tr>
              <a:tr h="165100">
                <a:tc>
                  <a:txBody>
                    <a:bodyPr/>
                    <a:lstStyle/>
                    <a:p>
                      <a:pPr marL="0" marR="0" algn="ctr">
                        <a:lnSpc>
                          <a:spcPct val="115000"/>
                        </a:lnSpc>
                        <a:spcBef>
                          <a:spcPts val="0"/>
                        </a:spcBef>
                        <a:spcAft>
                          <a:spcPts val="0"/>
                        </a:spcAft>
                        <a:tabLst>
                          <a:tab pos="882015" algn="l"/>
                        </a:tabLst>
                      </a:pPr>
                      <a:r>
                        <a:rPr lang="id-ID" sz="1100">
                          <a:effectLst/>
                        </a:rPr>
                        <a: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5.2994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7.5380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0.70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0.482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41066755"/>
                  </a:ext>
                </a:extLst>
              </a:tr>
              <a:tr h="165100">
                <a:tc>
                  <a:txBody>
                    <a:bodyPr/>
                    <a:lstStyle/>
                    <a:p>
                      <a:pPr marL="0" marR="0" algn="ctr">
                        <a:lnSpc>
                          <a:spcPct val="115000"/>
                        </a:lnSpc>
                        <a:spcBef>
                          <a:spcPts val="0"/>
                        </a:spcBef>
                        <a:spcAft>
                          <a:spcPts val="0"/>
                        </a:spcAft>
                        <a:tabLst>
                          <a:tab pos="882015" algn="l"/>
                        </a:tabLst>
                      </a:pPr>
                      <a:r>
                        <a:rPr lang="id-ID" sz="1100">
                          <a:effectLst/>
                        </a:rPr>
                        <a:t>Waktu</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-1.5366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0.8063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-1.91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0.057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1079958"/>
                  </a:ext>
                </a:extLst>
              </a:tr>
              <a:tr h="165100">
                <a:tc>
                  <a:txBody>
                    <a:bodyPr/>
                    <a:lstStyle/>
                    <a:p>
                      <a:pPr marL="0" marR="0" algn="ctr">
                        <a:lnSpc>
                          <a:spcPct val="115000"/>
                        </a:lnSpc>
                        <a:spcBef>
                          <a:spcPts val="0"/>
                        </a:spcBef>
                        <a:spcAft>
                          <a:spcPts val="0"/>
                        </a:spcAft>
                        <a:tabLst>
                          <a:tab pos="882015" algn="l"/>
                        </a:tabLst>
                      </a:pPr>
                      <a:r>
                        <a:rPr lang="id-ID" sz="1100">
                          <a:effectLst/>
                        </a:rPr>
                        <a:t>Biaya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-0.8979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0.7507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0.232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762038"/>
                  </a:ext>
                </a:extLst>
              </a:tr>
              <a:tr h="175260">
                <a:tc>
                  <a:txBody>
                    <a:bodyPr/>
                    <a:lstStyle/>
                    <a:p>
                      <a:pPr marL="0" marR="0" algn="ctr">
                        <a:lnSpc>
                          <a:spcPct val="115000"/>
                        </a:lnSpc>
                        <a:spcBef>
                          <a:spcPts val="0"/>
                        </a:spcBef>
                        <a:spcAft>
                          <a:spcPts val="0"/>
                        </a:spcAft>
                        <a:tabLst>
                          <a:tab pos="882015" algn="l"/>
                        </a:tabLst>
                      </a:pPr>
                      <a:r>
                        <a:rPr lang="id-ID" sz="1100">
                          <a:effectLst/>
                        </a:rPr>
                        <a:t>Kenyamanan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-2.6288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1.1275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-2.33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3171477"/>
                  </a:ext>
                </a:extLst>
              </a:tr>
              <a:tr h="165100">
                <a:tc>
                  <a:txBody>
                    <a:bodyPr/>
                    <a:lstStyle/>
                    <a:p>
                      <a:pPr marL="0" marR="0" algn="ctr">
                        <a:lnSpc>
                          <a:spcPct val="115000"/>
                        </a:lnSpc>
                        <a:spcBef>
                          <a:spcPts val="0"/>
                        </a:spcBef>
                        <a:spcAft>
                          <a:spcPts val="0"/>
                        </a:spcAft>
                        <a:tabLst>
                          <a:tab pos="882015" algn="l"/>
                        </a:tabLst>
                      </a:pPr>
                      <a:r>
                        <a:rPr lang="id-ID" sz="1100">
                          <a:effectLst/>
                        </a:rPr>
                        <a:t>Aksesbilitas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1.2787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0.9294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1.38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0.169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4313078"/>
                  </a:ext>
                </a:extLst>
              </a:tr>
              <a:tr h="165100">
                <a:tc>
                  <a:txBody>
                    <a:bodyPr/>
                    <a:lstStyle/>
                    <a:p>
                      <a:pPr marL="0" marR="0" algn="ctr">
                        <a:lnSpc>
                          <a:spcPct val="115000"/>
                        </a:lnSpc>
                        <a:spcBef>
                          <a:spcPts val="0"/>
                        </a:spcBef>
                        <a:spcAft>
                          <a:spcPts val="0"/>
                        </a:spcAft>
                        <a:tabLst>
                          <a:tab pos="882015" algn="l"/>
                        </a:tabLst>
                      </a:pPr>
                      <a:r>
                        <a:rPr lang="id-ID" sz="1100">
                          <a:effectLst/>
                        </a:rPr>
                        <a:t>Keamanan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2.2282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0.9476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2.35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0.019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54688799"/>
                  </a:ext>
                </a:extLst>
              </a:tr>
              <a:tr h="165100">
                <a:tc>
                  <a:txBody>
                    <a:bodyPr/>
                    <a:lstStyle/>
                    <a:p>
                      <a:pPr marL="0" marR="0">
                        <a:lnSpc>
                          <a:spcPct val="115000"/>
                        </a:lnSpc>
                        <a:spcBef>
                          <a:spcPts val="0"/>
                        </a:spcBef>
                        <a:spcAft>
                          <a:spcPts val="0"/>
                        </a:spcAft>
                        <a:tabLst>
                          <a:tab pos="882015" algn="l"/>
                        </a:tabLst>
                      </a:pPr>
                      <a:r>
                        <a:rPr lang="id-ID" sz="1100">
                          <a:effectLst/>
                        </a:rPr>
                        <a:t>Obs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79374569"/>
                  </a:ext>
                </a:extLst>
              </a:tr>
              <a:tr h="175260">
                <a:tc>
                  <a:txBody>
                    <a:bodyPr/>
                    <a:lstStyle/>
                    <a:p>
                      <a:pPr marL="0" marR="0">
                        <a:lnSpc>
                          <a:spcPct val="115000"/>
                        </a:lnSpc>
                        <a:spcBef>
                          <a:spcPts val="0"/>
                        </a:spcBef>
                        <a:spcAft>
                          <a:spcPts val="0"/>
                        </a:spcAft>
                        <a:tabLst>
                          <a:tab pos="882015" algn="l"/>
                        </a:tabLst>
                      </a:pPr>
                      <a:r>
                        <a:rPr lang="id-ID" sz="1100">
                          <a:effectLst/>
                        </a:rPr>
                        <a:t>Log likehood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-18.8091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75671977"/>
                  </a:ext>
                </a:extLst>
              </a:tr>
              <a:tr h="165100">
                <a:tc>
                  <a:txBody>
                    <a:bodyPr/>
                    <a:lstStyle/>
                    <a:p>
                      <a:pPr marL="0" marR="0">
                        <a:lnSpc>
                          <a:spcPct val="115000"/>
                        </a:lnSpc>
                        <a:spcBef>
                          <a:spcPts val="0"/>
                        </a:spcBef>
                        <a:spcAft>
                          <a:spcPts val="0"/>
                        </a:spcAft>
                        <a:tabLst>
                          <a:tab pos="882015" algn="l"/>
                        </a:tabLst>
                      </a:pPr>
                      <a:r>
                        <a:rPr lang="id-ID" sz="1100">
                          <a:effectLst/>
                        </a:rPr>
                        <a:t>Wald chi2(10)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10.51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61837918"/>
                  </a:ext>
                </a:extLst>
              </a:tr>
              <a:tr h="175260">
                <a:tc>
                  <a:txBody>
                    <a:bodyPr/>
                    <a:lstStyle/>
                    <a:p>
                      <a:pPr marL="0" marR="0">
                        <a:lnSpc>
                          <a:spcPct val="115000"/>
                        </a:lnSpc>
                        <a:spcBef>
                          <a:spcPts val="0"/>
                        </a:spcBef>
                        <a:spcAft>
                          <a:spcPts val="0"/>
                        </a:spcAft>
                        <a:tabLst>
                          <a:tab pos="882015" algn="l"/>
                        </a:tabLst>
                      </a:pPr>
                      <a:r>
                        <a:rPr lang="id-ID" sz="1100">
                          <a:effectLst/>
                        </a:rPr>
                        <a:t>Prob &gt; chi2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tabLst>
                          <a:tab pos="882015" algn="l"/>
                        </a:tabLst>
                      </a:pPr>
                      <a:r>
                        <a:rPr lang="id-ID" sz="1100">
                          <a:effectLst/>
                        </a:rPr>
                        <a:t>0.3972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tabLst>
                          <a:tab pos="882015" algn="l"/>
                        </a:tabLst>
                      </a:pPr>
                      <a:r>
                        <a:rPr lang="id-ID"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3171185"/>
                  </a:ext>
                </a:extLst>
              </a:tr>
            </a:tbl>
          </a:graphicData>
        </a:graphic>
      </p:graphicFrame>
      <p:sp>
        <p:nvSpPr>
          <p:cNvPr id="5" name="Callout: Bent Line with Accent Bar 4">
            <a:extLst>
              <a:ext uri="{FF2B5EF4-FFF2-40B4-BE49-F238E27FC236}">
                <a16:creationId xmlns:a16="http://schemas.microsoft.com/office/drawing/2014/main" id="{E7085094-4B42-E5F4-A568-FD3FE23E598F}"/>
              </a:ext>
            </a:extLst>
          </p:cNvPr>
          <p:cNvSpPr/>
          <p:nvPr/>
        </p:nvSpPr>
        <p:spPr>
          <a:xfrm>
            <a:off x="6774287" y="665666"/>
            <a:ext cx="1828800" cy="1493950"/>
          </a:xfrm>
          <a:prstGeom prst="accentCallout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id-ID" sz="1800" b="1" dirty="0">
                <a:effectLst/>
                <a:latin typeface="Times New Roman" panose="02020603050405020304" pitchFamily="18" charset="0"/>
                <a:ea typeface="Times New Roman" panose="02020603050405020304" pitchFamily="18" charset="0"/>
                <a:cs typeface="Times New Roman" panose="02020603050405020304" pitchFamily="18" charset="0"/>
              </a:rPr>
              <a:t>Analisis Regresi Multinominal Profit (Variabel dependen pilihan)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4240669-8B72-7135-BA6E-351748477B49}"/>
                  </a:ext>
                </a:extLst>
              </p:cNvPr>
              <p:cNvSpPr txBox="1"/>
              <p:nvPr/>
            </p:nvSpPr>
            <p:spPr>
              <a:xfrm>
                <a:off x="6096000" y="2159616"/>
                <a:ext cx="6098146" cy="2922275"/>
              </a:xfrm>
              <a:prstGeom prst="rect">
                <a:avLst/>
              </a:prstGeom>
              <a:noFill/>
            </p:spPr>
            <p:txBody>
              <a:bodyPr wrap="square">
                <a:spAutoFit/>
              </a:bodyPr>
              <a:lstStyle/>
              <a:p>
                <a:pPr marL="0" marR="0">
                  <a:lnSpc>
                    <a:spcPct val="115000"/>
                  </a:lnSpc>
                  <a:spcBef>
                    <a:spcPts val="0"/>
                  </a:spcBef>
                  <a:spcAft>
                    <a:spcPts val="1000"/>
                  </a:spcAft>
                  <a:tabLst>
                    <a:tab pos="882015" algn="l"/>
                  </a:tabLst>
                </a:pPr>
                <a:r>
                  <a:rPr lang="id-ID" sz="1800" b="1" dirty="0">
                    <a:effectLst/>
                    <a:latin typeface="Calibri" panose="020F0502020204030204" pitchFamily="34" charset="0"/>
                    <a:ea typeface="Calibri" panose="020F0502020204030204" pitchFamily="34" charset="0"/>
                    <a:cs typeface="Times New Roman" panose="02020603050405020304" pitchFamily="18" charset="0"/>
                  </a:rPr>
                  <a:t>Persamaan Regresi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14:m>
                  <m:oMath xmlns:m="http://schemas.openxmlformats.org/officeDocument/2006/math">
                    <m:r>
                      <a:rPr lang="id-ID" sz="1800" i="1">
                        <a:effectLst/>
                        <a:latin typeface="Cambria Math" panose="02040503050406030204" pitchFamily="18" charset="0"/>
                        <a:ea typeface="Calibri" panose="020F0502020204030204" pitchFamily="34" charset="0"/>
                        <a:cs typeface="Times New Roman" panose="02020603050405020304" pitchFamily="18" charset="0"/>
                      </a:rPr>
                      <m:t>𝑙𝑜𝑔</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id-ID" sz="18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id-ID" sz="1800" i="1">
                                    <a:effectLst/>
                                    <a:latin typeface="Cambria Math" panose="02040503050406030204" pitchFamily="18" charset="0"/>
                                    <a:ea typeface="Calibri" panose="020F0502020204030204" pitchFamily="34" charset="0"/>
                                    <a:cs typeface="Times New Roman" panose="02020603050405020304" pitchFamily="18" charset="0"/>
                                  </a:rPr>
                                  <m:t>𝑇𝑟𝑎𝑛𝑠</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𝑀𝑒𝑡𝑟𝑜</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𝐵𝑎𝑛𝑑𝑢𝑛𝑔</m:t>
                                </m:r>
                              </m:e>
                            </m:d>
                          </m:num>
                          <m:den>
                            <m:r>
                              <a:rPr lang="id-ID" sz="18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id-ID" sz="1800" i="1">
                                    <a:effectLst/>
                                    <a:latin typeface="Cambria Math" panose="02040503050406030204" pitchFamily="18" charset="0"/>
                                    <a:ea typeface="Calibri" panose="020F0502020204030204" pitchFamily="34" charset="0"/>
                                    <a:cs typeface="Times New Roman" panose="02020603050405020304" pitchFamily="18" charset="0"/>
                                  </a:rPr>
                                  <m:t>𝑇𝑟𝑎𝑛𝑠</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𝑀𝑒𝑡𝑟𝑜</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𝑃𝑎𝑠𝑢𝑛𝑑𝑎𝑛</m:t>
                                </m:r>
                              </m:e>
                            </m:d>
                          </m:den>
                        </m:f>
                      </m:e>
                    </m:d>
                    <m:r>
                      <a:rPr lang="id-ID" sz="1800" i="1">
                        <a:effectLst/>
                        <a:latin typeface="Cambria Math" panose="02040503050406030204" pitchFamily="18" charset="0"/>
                        <a:ea typeface="Calibri" panose="020F0502020204030204" pitchFamily="34" charset="0"/>
                        <a:cs typeface="Times New Roman" panose="02020603050405020304" pitchFamily="18" charset="0"/>
                      </a:rPr>
                      <m:t>=11.7752−1.9447.</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𝑊𝑎𝑘𝑡𝑢</m:t>
                    </m:r>
                    <m:r>
                      <a:rPr lang="id-ID" sz="1800" i="1">
                        <a:effectLst/>
                        <a:latin typeface="Cambria Math" panose="02040503050406030204" pitchFamily="18" charset="0"/>
                        <a:ea typeface="Calibri" panose="020F0502020204030204" pitchFamily="34" charset="0"/>
                        <a:cs typeface="Times New Roman" panose="02020603050405020304" pitchFamily="18" charset="0"/>
                      </a:rPr>
                      <m:t>−1.6262.</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𝐵𝑖𝑎𝑦𝑎</m:t>
                    </m:r>
                    <m:r>
                      <a:rPr lang="id-ID" sz="1800" i="1">
                        <a:effectLst/>
                        <a:latin typeface="Cambria Math" panose="02040503050406030204" pitchFamily="18" charset="0"/>
                        <a:ea typeface="Calibri" panose="020F0502020204030204" pitchFamily="34" charset="0"/>
                        <a:cs typeface="Times New Roman" panose="02020603050405020304" pitchFamily="18" charset="0"/>
                      </a:rPr>
                      <m:t>−3.3483.</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𝐾𝑒𝑛𝑦𝑎𝑚𝑎𝑛𝑎𝑛</m:t>
                    </m:r>
                    <m:r>
                      <a:rPr lang="id-ID" sz="1800" i="1">
                        <a:effectLst/>
                        <a:latin typeface="Cambria Math" panose="02040503050406030204" pitchFamily="18" charset="0"/>
                        <a:ea typeface="Calibri" panose="020F0502020204030204" pitchFamily="34" charset="0"/>
                        <a:cs typeface="Times New Roman" panose="02020603050405020304" pitchFamily="18" charset="0"/>
                      </a:rPr>
                      <m:t>+1.999.</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𝐴𝑘𝑠𝑒𝑠𝑏𝑖𝑙𝑖𝑡𝑎𝑠</m:t>
                    </m:r>
                    <m:r>
                      <a:rPr lang="id-ID" sz="1800" i="1">
                        <a:effectLst/>
                        <a:latin typeface="Cambria Math" panose="02040503050406030204" pitchFamily="18" charset="0"/>
                        <a:ea typeface="Calibri" panose="020F0502020204030204" pitchFamily="34" charset="0"/>
                        <a:cs typeface="Times New Roman" panose="02020603050405020304" pitchFamily="18" charset="0"/>
                      </a:rPr>
                      <m:t>+1.724.</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𝐾𝑒𝑎𝑚𝑎𝑛𝑎𝑛</m:t>
                    </m:r>
                  </m:oMath>
                </a14:m>
                <a:r>
                  <a:rPr lang="id-ID"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14:m>
                  <m:oMath xmlns:m="http://schemas.openxmlformats.org/officeDocument/2006/math">
                    <m:r>
                      <a:rPr lang="id-ID" sz="1800" i="1">
                        <a:effectLst/>
                        <a:latin typeface="Cambria Math" panose="02040503050406030204" pitchFamily="18" charset="0"/>
                        <a:ea typeface="Calibri" panose="020F0502020204030204" pitchFamily="34" charset="0"/>
                        <a:cs typeface="Times New Roman" panose="02020603050405020304" pitchFamily="18" charset="0"/>
                      </a:rPr>
                      <m:t>𝑙𝑜𝑔</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id-ID" sz="18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id-ID" sz="1800" i="1">
                                    <a:effectLst/>
                                    <a:latin typeface="Cambria Math" panose="02040503050406030204" pitchFamily="18" charset="0"/>
                                    <a:ea typeface="Calibri" panose="020F0502020204030204" pitchFamily="34" charset="0"/>
                                    <a:cs typeface="Times New Roman" panose="02020603050405020304" pitchFamily="18" charset="0"/>
                                  </a:rPr>
                                  <m:t>𝐿𝑅𝑇</m:t>
                                </m:r>
                              </m:e>
                            </m:d>
                          </m:num>
                          <m:den>
                            <m:r>
                              <a:rPr lang="id-ID" sz="18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id-ID" sz="1800" i="1">
                                    <a:effectLst/>
                                    <a:latin typeface="Cambria Math" panose="02040503050406030204" pitchFamily="18" charset="0"/>
                                    <a:ea typeface="Calibri" panose="020F0502020204030204" pitchFamily="34" charset="0"/>
                                    <a:cs typeface="Times New Roman" panose="02020603050405020304" pitchFamily="18" charset="0"/>
                                  </a:rPr>
                                  <m:t>𝑇𝑟𝑎𝑛𝑠</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𝑀𝑒𝑡𝑟𝑜</m:t>
                                </m:r>
                                <m:r>
                                  <a:rPr lang="id-ID" sz="1800" i="1">
                                    <a:effectLst/>
                                    <a:latin typeface="Cambria Math" panose="02040503050406030204" pitchFamily="18" charset="0"/>
                                    <a:ea typeface="Calibri" panose="020F0502020204030204" pitchFamily="34" charset="0"/>
                                    <a:cs typeface="Times New Roman" panose="02020603050405020304" pitchFamily="18" charset="0"/>
                                  </a:rPr>
                                  <m:t> </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𝑃𝑎𝑠𝑢𝑛𝑑𝑎𝑛</m:t>
                                </m:r>
                              </m:e>
                            </m:d>
                          </m:den>
                        </m:f>
                      </m:e>
                    </m:d>
                    <m:r>
                      <a:rPr lang="id-ID" sz="1800" i="1">
                        <a:effectLst/>
                        <a:latin typeface="Cambria Math" panose="02040503050406030204" pitchFamily="18" charset="0"/>
                        <a:ea typeface="Calibri" panose="020F0502020204030204" pitchFamily="34" charset="0"/>
                        <a:cs typeface="Times New Roman" panose="02020603050405020304" pitchFamily="18" charset="0"/>
                      </a:rPr>
                      <m:t>=5.299−1.536.</m:t>
                    </m:r>
                    <m:r>
                      <a:rPr lang="id-ID" sz="1800" i="1">
                        <a:effectLst/>
                        <a:latin typeface="Cambria Math" panose="02040503050406030204" pitchFamily="18" charset="0"/>
                        <a:ea typeface="Calibri" panose="020F0502020204030204" pitchFamily="34" charset="0"/>
                        <a:cs typeface="Times New Roman" panose="02020603050405020304" pitchFamily="18" charset="0"/>
                      </a:rPr>
                      <m:t>𝑊𝑎𝑘𝑡𝑢</m:t>
                    </m:r>
                    <m:r>
                      <a:rPr lang="id-ID" sz="1800" i="1">
                        <a:effectLst/>
                        <a:latin typeface="Cambria Math" panose="02040503050406030204" pitchFamily="18" charset="0"/>
                        <a:ea typeface="Calibri" panose="020F0502020204030204" pitchFamily="34" charset="0"/>
                        <a:cs typeface="Times New Roman" panose="02020603050405020304" pitchFamily="18" charset="0"/>
                      </a:rPr>
                      <m:t>−0.897.</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𝐵𝑖𝑎𝑦𝑎</m:t>
                    </m:r>
                    <m:r>
                      <a:rPr lang="id-ID" sz="1800" i="1">
                        <a:effectLst/>
                        <a:latin typeface="Cambria Math" panose="02040503050406030204" pitchFamily="18" charset="0"/>
                        <a:ea typeface="Calibri" panose="020F0502020204030204" pitchFamily="34" charset="0"/>
                        <a:cs typeface="Times New Roman" panose="02020603050405020304" pitchFamily="18" charset="0"/>
                      </a:rPr>
                      <m:t>−2.628.</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𝐾𝑒𝑛𝑦𝑎𝑚𝑎𝑛𝑎𝑛</m:t>
                    </m:r>
                    <m:r>
                      <a:rPr lang="id-ID" sz="1800" i="1">
                        <a:effectLst/>
                        <a:latin typeface="Cambria Math" panose="02040503050406030204" pitchFamily="18" charset="0"/>
                        <a:ea typeface="Calibri" panose="020F0502020204030204" pitchFamily="34" charset="0"/>
                        <a:cs typeface="Times New Roman" panose="02020603050405020304" pitchFamily="18" charset="0"/>
                      </a:rPr>
                      <m:t>+1.278.</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𝐴𝑘𝑠𝑒𝑠𝑏𝑖𝑙𝑖𝑡𝑎𝑠</m:t>
                    </m:r>
                    <m:r>
                      <a:rPr lang="id-ID" sz="1800" i="1">
                        <a:effectLst/>
                        <a:latin typeface="Cambria Math" panose="02040503050406030204" pitchFamily="18" charset="0"/>
                        <a:ea typeface="Calibri" panose="020F0502020204030204" pitchFamily="34" charset="0"/>
                        <a:cs typeface="Times New Roman" panose="02020603050405020304" pitchFamily="18" charset="0"/>
                      </a:rPr>
                      <m:t>+2.228.</m:t>
                    </m:r>
                    <m:r>
                      <a:rPr lang="id-ID" sz="1800" i="1">
                        <a:effectLst/>
                        <a:latin typeface="Cambria Math" panose="02040503050406030204" pitchFamily="18" charset="0"/>
                        <a:ea typeface="Calibri" panose="020F0502020204030204" pitchFamily="34" charset="0"/>
                        <a:cs typeface="Times New Roman" panose="02020603050405020304" pitchFamily="18" charset="0"/>
                      </a:rPr>
                      <m:t>𝐾𝑒𝑎𝑚𝑎𝑛𝑎𝑛</m:t>
                    </m:r>
                  </m:oMath>
                </a14:m>
                <a:r>
                  <a:rPr lang="id-ID"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14240669-8B72-7135-BA6E-351748477B49}"/>
                  </a:ext>
                </a:extLst>
              </p:cNvPr>
              <p:cNvSpPr txBox="1">
                <a:spLocks noRot="1" noChangeAspect="1" noMove="1" noResize="1" noEditPoints="1" noAdjustHandles="1" noChangeArrowheads="1" noChangeShapeType="1" noTextEdit="1"/>
              </p:cNvSpPr>
              <p:nvPr/>
            </p:nvSpPr>
            <p:spPr>
              <a:xfrm>
                <a:off x="6096000" y="2159616"/>
                <a:ext cx="6098146" cy="2922275"/>
              </a:xfrm>
              <a:prstGeom prst="rect">
                <a:avLst/>
              </a:prstGeom>
              <a:blipFill>
                <a:blip r:embed="rId2"/>
                <a:stretch>
                  <a:fillRect l="-800" t="-208"/>
                </a:stretch>
              </a:blipFill>
            </p:spPr>
            <p:txBody>
              <a:bodyPr/>
              <a:lstStyle/>
              <a:p>
                <a:r>
                  <a:rPr lang="en-US">
                    <a:noFill/>
                  </a:rPr>
                  <a:t> </a:t>
                </a:r>
              </a:p>
            </p:txBody>
          </p:sp>
        </mc:Fallback>
      </mc:AlternateContent>
    </p:spTree>
    <p:extLst>
      <p:ext uri="{BB962C8B-B14F-4D97-AF65-F5344CB8AC3E}">
        <p14:creationId xmlns:p14="http://schemas.microsoft.com/office/powerpoint/2010/main" val="1225962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1B27A9-8478-F78F-CFC4-4BA10FD4B60A}"/>
              </a:ext>
            </a:extLst>
          </p:cNvPr>
          <p:cNvSpPr txBox="1"/>
          <p:nvPr/>
        </p:nvSpPr>
        <p:spPr>
          <a:xfrm>
            <a:off x="695459" y="716732"/>
            <a:ext cx="8451760" cy="4475328"/>
          </a:xfrm>
          <a:prstGeom prst="rect">
            <a:avLst/>
          </a:prstGeom>
          <a:noFill/>
        </p:spPr>
        <p:txBody>
          <a:bodyPr wrap="square">
            <a:spAutoFit/>
          </a:bodyPr>
          <a:lstStyle/>
          <a:p>
            <a:pPr marL="0" marR="0">
              <a:lnSpc>
                <a:spcPct val="115000"/>
              </a:lnSpc>
              <a:spcBef>
                <a:spcPts val="0"/>
              </a:spcBef>
              <a:spcAft>
                <a:spcPts val="1000"/>
              </a:spcAft>
              <a:tabLst>
                <a:tab pos="882015" algn="l"/>
              </a:tabLst>
            </a:pPr>
            <a:r>
              <a:rPr lang="id-ID" sz="1800" b="1" dirty="0">
                <a:effectLst/>
                <a:latin typeface="Calibri" panose="020F0502020204030204" pitchFamily="34" charset="0"/>
                <a:ea typeface="Calibri" panose="020F0502020204030204" pitchFamily="34" charset="0"/>
                <a:cs typeface="Times New Roman" panose="02020603050405020304" pitchFamily="18" charset="0"/>
              </a:rPr>
              <a:t>Intrepetasi Singkat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882015" algn="l"/>
              </a:tabLst>
            </a:pPr>
            <a:r>
              <a:rPr lang="id-ID" sz="1800" b="1" dirty="0">
                <a:effectLst/>
                <a:latin typeface="Calibri" panose="020F0502020204030204" pitchFamily="34" charset="0"/>
                <a:ea typeface="Calibri" panose="020F0502020204030204" pitchFamily="34" charset="0"/>
                <a:cs typeface="Times New Roman" panose="02020603050405020304" pitchFamily="18" charset="0"/>
              </a:rPr>
              <a:t>Kategori 1 vs Kategori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1. Waktu dengan koefisien -1.9447, p = 0.048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Koefisien negatif dan signifikan menunjukkan bahwa responden cenderung kurang memilih Kategori 1 dibandingkan Kategori 2 jika penilaian waktu lebih baik.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2. Biaya dengan koefisien -1.6262, p = 0.046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Koefisien negatif signifikan menunjukkan responden lebih memilih Kategori 2 daripada Kategori 1 jika biaya dinilai lebih baik.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3. Kenyamanan dengan koefisien -3.3483, p = 0.010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Kenyamanan yang lebih baik secara signifikan mengurangi kemungkinan memilih Kategori 1, sehingga responden lebih memilih Kategori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98119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1B27A9-8478-F78F-CFC4-4BA10FD4B60A}"/>
              </a:ext>
            </a:extLst>
          </p:cNvPr>
          <p:cNvSpPr txBox="1"/>
          <p:nvPr/>
        </p:nvSpPr>
        <p:spPr>
          <a:xfrm>
            <a:off x="695459" y="716732"/>
            <a:ext cx="8451760" cy="2816412"/>
          </a:xfrm>
          <a:prstGeom prst="rect">
            <a:avLst/>
          </a:prstGeom>
          <a:noFill/>
        </p:spPr>
        <p:txBody>
          <a:bodyPr wrap="square">
            <a:spAutoFit/>
          </a:bodyPr>
          <a:lstStyle/>
          <a:p>
            <a:pPr marL="0" marR="0" algn="just">
              <a:lnSpc>
                <a:spcPct val="115000"/>
              </a:lnSpc>
              <a:spcBef>
                <a:spcPts val="0"/>
              </a:spcBef>
              <a:spcAft>
                <a:spcPts val="1000"/>
              </a:spcAft>
              <a:tabLst>
                <a:tab pos="882015" algn="l"/>
              </a:tabLst>
            </a:pPr>
            <a:r>
              <a:rPr lang="id-ID" sz="1800" b="1" dirty="0">
                <a:effectLst/>
                <a:latin typeface="Calibri" panose="020F0502020204030204" pitchFamily="34" charset="0"/>
                <a:ea typeface="Calibri" panose="020F0502020204030204" pitchFamily="34" charset="0"/>
                <a:cs typeface="Times New Roman" panose="02020603050405020304" pitchFamily="18" charset="0"/>
              </a:rPr>
              <a:t>Kategori 3 vs Kategori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1. Kenyamanan dengan koefisien -2.6288, p = 0.020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Kenyamanan yang lebih baik secara signifikan mengurangi preferensi terhadap Kategori 3, sehingga responden lebih memilih Kategori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2. Keamanan dengan koefisien 2.2282, p = 0.019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Keamanan yang lebih baik secara signifikan meningkatkan preferensi terhadap Kategori 3 dibandingkan Kategori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8034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1B27A9-8478-F78F-CFC4-4BA10FD4B60A}"/>
              </a:ext>
            </a:extLst>
          </p:cNvPr>
          <p:cNvSpPr txBox="1"/>
          <p:nvPr/>
        </p:nvSpPr>
        <p:spPr>
          <a:xfrm>
            <a:off x="695459" y="1128856"/>
            <a:ext cx="8451760" cy="3834127"/>
          </a:xfrm>
          <a:prstGeom prst="rect">
            <a:avLst/>
          </a:prstGeom>
          <a:noFill/>
        </p:spPr>
        <p:txBody>
          <a:bodyPr wrap="square">
            <a:spAutoFit/>
          </a:bodyPr>
          <a:lstStyle/>
          <a:p>
            <a:pPr marL="0" marR="0">
              <a:lnSpc>
                <a:spcPct val="115000"/>
              </a:lnSpc>
              <a:spcBef>
                <a:spcPts val="0"/>
              </a:spcBef>
              <a:spcAft>
                <a:spcPts val="1000"/>
              </a:spcAft>
              <a:tabLst>
                <a:tab pos="882015" algn="l"/>
              </a:tabLst>
            </a:pPr>
            <a:r>
              <a:rPr lang="id-ID" sz="1800" b="1" dirty="0">
                <a:effectLst/>
                <a:latin typeface="Calibri" panose="020F0502020204030204" pitchFamily="34" charset="0"/>
                <a:ea typeface="Calibri" panose="020F0502020204030204" pitchFamily="34" charset="0"/>
                <a:cs typeface="Times New Roman" panose="02020603050405020304" pitchFamily="18" charset="0"/>
              </a:rPr>
              <a:t>Kesimpulan Model Multinomial probit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882015"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Kategori 2 lebih disukai jika penilaian waktu, biaya, dan kenyamanan lebih baik dibandingkan Kategori 1 maupun Kategori 3. Kategori 1 lebih dipilih daripada Kategori 2 jika aksesibilitas dan keamanan lebih baik, namun hasilnya kurang signifikan. Kategori 3 lebih dipilih dibandingkan Kategori 2 jika keamanan lebih baik, sedangkan penilaian kenyamanan yang lebih baik membuat responden cenderung menghindari Kategori 3. secara keseluruhan, responden cenderung lebih memilih Kategori 2 kecuali jika keamanan lebih baik, di mana preferensi bisa beralih ke Kategori 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Model ini menunjukkan beberapa variabel signifikan dalam mempengaruhi preferensi moda transportasi, meskipun nilai probabilitas chi-squared (0.3972) menunjukkan bahwa model secara keseluruhan tidak signifikan.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05140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1B27A9-8478-F78F-CFC4-4BA10FD4B60A}"/>
              </a:ext>
            </a:extLst>
          </p:cNvPr>
          <p:cNvSpPr txBox="1"/>
          <p:nvPr/>
        </p:nvSpPr>
        <p:spPr>
          <a:xfrm>
            <a:off x="695459" y="1128856"/>
            <a:ext cx="8451760" cy="2750240"/>
          </a:xfrm>
          <a:prstGeom prst="rect">
            <a:avLst/>
          </a:prstGeom>
          <a:noFill/>
        </p:spPr>
        <p:txBody>
          <a:bodyPr wrap="square">
            <a:spAutoFit/>
          </a:bodyPr>
          <a:lstStyle/>
          <a:p>
            <a:pPr marL="0" marR="0">
              <a:lnSpc>
                <a:spcPct val="115000"/>
              </a:lnSpc>
              <a:spcBef>
                <a:spcPts val="0"/>
              </a:spcBef>
              <a:spcAft>
                <a:spcPts val="1000"/>
              </a:spcAft>
              <a:tabLst>
                <a:tab pos="882015" algn="l"/>
              </a:tabLst>
            </a:pPr>
            <a:r>
              <a:rPr lang="id-ID" sz="1800" b="1" dirty="0">
                <a:effectLst/>
                <a:latin typeface="Calibri" panose="020F0502020204030204" pitchFamily="34" charset="0"/>
                <a:ea typeface="Calibri" panose="020F0502020204030204" pitchFamily="34" charset="0"/>
                <a:cs typeface="Times New Roman" panose="02020603050405020304" pitchFamily="18" charset="0"/>
              </a:rPr>
              <a:t>Perbandingan Model Multinominal Logit dan Multinominal Profit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882015" algn="just">
              <a:lnSpc>
                <a:spcPct val="115000"/>
              </a:lnSpc>
              <a:spcBef>
                <a:spcPts val="0"/>
              </a:spcBef>
              <a:spcAft>
                <a:spcPts val="1000"/>
              </a:spcAft>
              <a:tabLst>
                <a:tab pos="882015" algn="l"/>
              </a:tabLst>
            </a:pPr>
            <a:r>
              <a:rPr lang="id-ID" sz="1800" dirty="0">
                <a:effectLst/>
                <a:latin typeface="Calibri" panose="020F0502020204030204" pitchFamily="34" charset="0"/>
                <a:ea typeface="Calibri" panose="020F0502020204030204" pitchFamily="34" charset="0"/>
                <a:cs typeface="Times New Roman" panose="02020603050405020304" pitchFamily="18" charset="0"/>
              </a:rPr>
              <a:t>Hasil peninjauan terhadap dua model diskrit antara Multinominal Logit dan Multinominal Profit diidentifikasi bahwa model mlogit memiliki nilai probabilitas chi2 sebesar 0.0063, sedangkan model mprobit memperoleh nilai probabilitas chi2 sebesar 0.3972. Perbedaan ini dapat disimpulkan bahwa model Multinominal Logit yang dibawah nilai signifikansi 0.05 dapat menjadi model analisis yang lebih cocok untuk menilai hubungan preferensi pengguna moda transportasi berdasarkan faktor-faktor yang diamati.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5464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905</TotalTime>
  <Words>2424</Words>
  <Application>Microsoft Office PowerPoint</Application>
  <PresentationFormat>Layar Lebar</PresentationFormat>
  <Paragraphs>602</Paragraphs>
  <Slides>25</Slides>
  <Notes>0</Notes>
  <HiddenSlides>0</HiddenSlides>
  <MMClips>0</MMClips>
  <ScaleCrop>false</ScaleCrop>
  <HeadingPairs>
    <vt:vector size="4" baseType="variant">
      <vt:variant>
        <vt:lpstr>Tema</vt:lpstr>
      </vt:variant>
      <vt:variant>
        <vt:i4>1</vt:i4>
      </vt:variant>
      <vt:variant>
        <vt:lpstr>Judul Slide</vt:lpstr>
      </vt:variant>
      <vt:variant>
        <vt:i4>25</vt:i4>
      </vt:variant>
    </vt:vector>
  </HeadingPairs>
  <TitlesOfParts>
    <vt:vector size="26" baseType="lpstr">
      <vt:lpstr>Office Theme</vt:lpstr>
      <vt:lpstr>DAMPAK TRANS METRO PASUNDAN,TRANS METRO BANDUNG, DAN OPERASI LIGHT RAIL TRANSIT TERHADAP PEMILIHAN MODA KOMUTER  DI BANDUNG RAYA  Ujian Seminar 2</vt:lpstr>
      <vt:lpstr>LATAR BELAKANG</vt:lpstr>
      <vt:lpstr>METODOLOGI PENELITIAN</vt:lpstr>
      <vt:lpstr>Presentasi PowerPoint</vt:lpstr>
      <vt:lpstr>Presentasi PowerPoint</vt:lpstr>
      <vt:lpstr>Presentasi PowerPoint</vt:lpstr>
      <vt:lpstr>Presentasi PowerPoint</vt:lpstr>
      <vt:lpstr>Presentasi PowerPoint</vt:lpstr>
      <vt:lpstr>Presentasi PowerPoint</vt:lpstr>
      <vt:lpstr>Pertanyaan </vt:lpstr>
      <vt:lpstr>Pertanyaan </vt:lpstr>
      <vt:lpstr>Pertanyaan </vt:lpstr>
      <vt:lpstr>Presentasi PowerPoint</vt:lpstr>
      <vt:lpstr>Output dan Pembahasan</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PATRICK KOSMAYANDI 625170025</dc:creator>
  <cp:lastModifiedBy>6281359530562</cp:lastModifiedBy>
  <cp:revision>44</cp:revision>
  <dcterms:created xsi:type="dcterms:W3CDTF">2020-06-08T01:30:48Z</dcterms:created>
  <dcterms:modified xsi:type="dcterms:W3CDTF">2024-10-18T12:35:07Z</dcterms:modified>
</cp:coreProperties>
</file>